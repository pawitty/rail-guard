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26"/>
  </p:notesMasterIdLst>
  <p:sldIdLst>
    <p:sldId id="257" r:id="rId3"/>
    <p:sldId id="262" r:id="rId4"/>
    <p:sldId id="263" r:id="rId5"/>
    <p:sldId id="293" r:id="rId6"/>
    <p:sldId id="268" r:id="rId7"/>
    <p:sldId id="294" r:id="rId8"/>
    <p:sldId id="292" r:id="rId9"/>
    <p:sldId id="295" r:id="rId10"/>
    <p:sldId id="296" r:id="rId11"/>
    <p:sldId id="297" r:id="rId12"/>
    <p:sldId id="276" r:id="rId13"/>
    <p:sldId id="301" r:id="rId14"/>
    <p:sldId id="299" r:id="rId15"/>
    <p:sldId id="305" r:id="rId16"/>
    <p:sldId id="306" r:id="rId17"/>
    <p:sldId id="300" r:id="rId18"/>
    <p:sldId id="298" r:id="rId19"/>
    <p:sldId id="302" r:id="rId20"/>
    <p:sldId id="303" r:id="rId21"/>
    <p:sldId id="304" r:id="rId22"/>
    <p:sldId id="284" r:id="rId23"/>
    <p:sldId id="285" r:id="rId24"/>
    <p:sldId id="288"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85" autoAdjust="0"/>
    <p:restoredTop sz="94434" autoAdjust="0"/>
  </p:normalViewPr>
  <p:slideViewPr>
    <p:cSldViewPr snapToGrid="0">
      <p:cViewPr varScale="1">
        <p:scale>
          <a:sx n="73" d="100"/>
          <a:sy n="73" d="100"/>
        </p:scale>
        <p:origin x="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CE33AE-75CA-831B-6B51-49C0C7A5C1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AB63E8F8-CB91-5340-4B08-726E8C8F9C7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333F08F8-1D6E-4D25-8C2B-3CED64C022C8}" type="datetimeFigureOut">
              <a:rPr lang="en-IN"/>
              <a:pPr>
                <a:defRPr/>
              </a:pPr>
              <a:t>17-11-2025</a:t>
            </a:fld>
            <a:endParaRPr lang="en-IN"/>
          </a:p>
        </p:txBody>
      </p:sp>
      <p:sp>
        <p:nvSpPr>
          <p:cNvPr id="4" name="Slide Image Placeholder 3">
            <a:extLst>
              <a:ext uri="{FF2B5EF4-FFF2-40B4-BE49-F238E27FC236}">
                <a16:creationId xmlns:a16="http://schemas.microsoft.com/office/drawing/2014/main" id="{58B10772-4215-FCD0-852B-91418633CA3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E7A663E7-56F5-7ADB-088A-C54FFBE65CB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2B6B3DC3-FFF2-6B17-98F1-9D8B3D14093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71E20C60-963C-5B32-55B9-DB617E16B631}"/>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A7B4FB9-9F11-4635-9FA0-F279FB7E8EBA}"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95F17E59-2747-7A4E-C8CE-95DF95E6EF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23" name="Notes Placeholder 2">
            <a:extLst>
              <a:ext uri="{FF2B5EF4-FFF2-40B4-BE49-F238E27FC236}">
                <a16:creationId xmlns:a16="http://schemas.microsoft.com/office/drawing/2014/main" id="{C1B17579-BE62-88D8-9BF6-4100687CC2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a:extLst>
              <a:ext uri="{FF2B5EF4-FFF2-40B4-BE49-F238E27FC236}">
                <a16:creationId xmlns:a16="http://schemas.microsoft.com/office/drawing/2014/main" id="{74469D2E-E382-EA7B-9C47-6099A7C4C9E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3936AB3-3FC4-4EF9-9875-80BB5BBA54ED}" type="slidenum">
              <a:rPr lang="en-IN" altLang="en-US"/>
              <a:pPr/>
              <a:t>1</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F8CC2FF2-F40F-B581-E311-E90D373808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219" name="Notes Placeholder 2">
            <a:extLst>
              <a:ext uri="{FF2B5EF4-FFF2-40B4-BE49-F238E27FC236}">
                <a16:creationId xmlns:a16="http://schemas.microsoft.com/office/drawing/2014/main" id="{D4411351-801C-A390-D756-06BAE9AB24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9220" name="Slide Number Placeholder 3">
            <a:extLst>
              <a:ext uri="{FF2B5EF4-FFF2-40B4-BE49-F238E27FC236}">
                <a16:creationId xmlns:a16="http://schemas.microsoft.com/office/drawing/2014/main" id="{96F71213-E239-6D50-1464-394A03B79F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B64A119-0AC9-47B5-906B-505FA8C72D48}" type="slidenum">
              <a:rPr lang="en-IN" altLang="en-US"/>
              <a:pPr/>
              <a:t>5</a:t>
            </a:fld>
            <a:endParaRPr lang="en-I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965A-887D-1CB1-3E15-F50C2FFE6521}"/>
            </a:ext>
          </a:extLst>
        </p:cNvPr>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0F7E6109-C343-9D80-5644-1009A0A5CA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219" name="Notes Placeholder 2">
            <a:extLst>
              <a:ext uri="{FF2B5EF4-FFF2-40B4-BE49-F238E27FC236}">
                <a16:creationId xmlns:a16="http://schemas.microsoft.com/office/drawing/2014/main" id="{0EB860E3-CDA1-D60C-4DA9-9422D6ABC0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9220" name="Slide Number Placeholder 3">
            <a:extLst>
              <a:ext uri="{FF2B5EF4-FFF2-40B4-BE49-F238E27FC236}">
                <a16:creationId xmlns:a16="http://schemas.microsoft.com/office/drawing/2014/main" id="{DE2ADF6D-638E-561B-25B0-124892253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B64A119-0AC9-47B5-906B-505FA8C72D48}" type="slidenum">
              <a:rPr lang="en-IN" altLang="en-US"/>
              <a:pPr/>
              <a:t>6</a:t>
            </a:fld>
            <a:endParaRPr lang="en-IN" altLang="en-US"/>
          </a:p>
        </p:txBody>
      </p:sp>
    </p:spTree>
    <p:extLst>
      <p:ext uri="{BB962C8B-B14F-4D97-AF65-F5344CB8AC3E}">
        <p14:creationId xmlns:p14="http://schemas.microsoft.com/office/powerpoint/2010/main" val="2369880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E25D6379-5B46-9733-D333-76DC43396C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7" name="Notes Placeholder 2">
            <a:extLst>
              <a:ext uri="{FF2B5EF4-FFF2-40B4-BE49-F238E27FC236}">
                <a16:creationId xmlns:a16="http://schemas.microsoft.com/office/drawing/2014/main" id="{12BB56D8-A8B1-AAEC-4FEC-CD07389017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1268" name="Slide Number Placeholder 3">
            <a:extLst>
              <a:ext uri="{FF2B5EF4-FFF2-40B4-BE49-F238E27FC236}">
                <a16:creationId xmlns:a16="http://schemas.microsoft.com/office/drawing/2014/main" id="{9B841CC7-1843-3E37-EF0E-C4BD1231DF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4F127BC-29CC-4606-9BC0-B94454FDE83A}" type="slidenum">
              <a:rPr lang="en-IN" altLang="en-US">
                <a:solidFill>
                  <a:srgbClr val="000000"/>
                </a:solidFill>
              </a:rPr>
              <a:pPr/>
              <a:t>7</a:t>
            </a:fld>
            <a:endParaRPr lang="en-IN"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343B2-B46E-3650-9D13-133419C8A929}"/>
            </a:ext>
          </a:extLst>
        </p:cNvPr>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A707B496-B431-1268-3157-09B5241FF0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7" name="Notes Placeholder 2">
            <a:extLst>
              <a:ext uri="{FF2B5EF4-FFF2-40B4-BE49-F238E27FC236}">
                <a16:creationId xmlns:a16="http://schemas.microsoft.com/office/drawing/2014/main" id="{537F0FE5-C568-90F5-5C17-F5641001F0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1268" name="Slide Number Placeholder 3">
            <a:extLst>
              <a:ext uri="{FF2B5EF4-FFF2-40B4-BE49-F238E27FC236}">
                <a16:creationId xmlns:a16="http://schemas.microsoft.com/office/drawing/2014/main" id="{BB20D581-48E9-7B92-CB72-9F83781A02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4F127BC-29CC-4606-9BC0-B94454FDE83A}" type="slidenum">
              <a:rPr lang="en-IN" altLang="en-US">
                <a:solidFill>
                  <a:srgbClr val="000000"/>
                </a:solidFill>
              </a:rPr>
              <a:pPr/>
              <a:t>8</a:t>
            </a:fld>
            <a:endParaRPr lang="en-IN" altLang="en-US">
              <a:solidFill>
                <a:srgbClr val="000000"/>
              </a:solidFill>
            </a:endParaRPr>
          </a:p>
        </p:txBody>
      </p:sp>
    </p:spTree>
    <p:extLst>
      <p:ext uri="{BB962C8B-B14F-4D97-AF65-F5344CB8AC3E}">
        <p14:creationId xmlns:p14="http://schemas.microsoft.com/office/powerpoint/2010/main" val="416438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8F21-AAE5-92D7-1DA2-4F97C93247D0}"/>
            </a:ext>
          </a:extLst>
        </p:cNvPr>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9EEF2998-EE2B-E154-8E70-79C7596856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7" name="Notes Placeholder 2">
            <a:extLst>
              <a:ext uri="{FF2B5EF4-FFF2-40B4-BE49-F238E27FC236}">
                <a16:creationId xmlns:a16="http://schemas.microsoft.com/office/drawing/2014/main" id="{C1D354E5-33AA-FEF0-5BFA-1E4D9BF4EF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dirty="0"/>
          </a:p>
        </p:txBody>
      </p:sp>
      <p:sp>
        <p:nvSpPr>
          <p:cNvPr id="11268" name="Slide Number Placeholder 3">
            <a:extLst>
              <a:ext uri="{FF2B5EF4-FFF2-40B4-BE49-F238E27FC236}">
                <a16:creationId xmlns:a16="http://schemas.microsoft.com/office/drawing/2014/main" id="{0C0FA67B-B37A-8EE4-D7CC-F50468ACA9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4F127BC-29CC-4606-9BC0-B94454FDE83A}" type="slidenum">
              <a:rPr lang="en-IN" altLang="en-US">
                <a:solidFill>
                  <a:srgbClr val="000000"/>
                </a:solidFill>
              </a:rPr>
              <a:pPr/>
              <a:t>9</a:t>
            </a:fld>
            <a:endParaRPr lang="en-IN" altLang="en-US">
              <a:solidFill>
                <a:srgbClr val="000000"/>
              </a:solidFill>
            </a:endParaRPr>
          </a:p>
        </p:txBody>
      </p:sp>
    </p:spTree>
    <p:extLst>
      <p:ext uri="{BB962C8B-B14F-4D97-AF65-F5344CB8AC3E}">
        <p14:creationId xmlns:p14="http://schemas.microsoft.com/office/powerpoint/2010/main" val="726042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9E996-0C08-29A3-7D17-3639A5E9BABC}"/>
            </a:ext>
          </a:extLst>
        </p:cNvPr>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04CE6211-63E8-C29A-6353-3B3235580F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7" name="Notes Placeholder 2">
            <a:extLst>
              <a:ext uri="{FF2B5EF4-FFF2-40B4-BE49-F238E27FC236}">
                <a16:creationId xmlns:a16="http://schemas.microsoft.com/office/drawing/2014/main" id="{70E8D0B4-B8B4-C04E-0768-85B7955A39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dirty="0"/>
          </a:p>
        </p:txBody>
      </p:sp>
      <p:sp>
        <p:nvSpPr>
          <p:cNvPr id="11268" name="Slide Number Placeholder 3">
            <a:extLst>
              <a:ext uri="{FF2B5EF4-FFF2-40B4-BE49-F238E27FC236}">
                <a16:creationId xmlns:a16="http://schemas.microsoft.com/office/drawing/2014/main" id="{2527EFDA-D531-4452-336C-6775C04CC2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4F127BC-29CC-4606-9BC0-B94454FDE83A}" type="slidenum">
              <a:rPr lang="en-IN" altLang="en-US">
                <a:solidFill>
                  <a:srgbClr val="000000"/>
                </a:solidFill>
              </a:rPr>
              <a:pPr/>
              <a:t>10</a:t>
            </a:fld>
            <a:endParaRPr lang="en-IN" altLang="en-US">
              <a:solidFill>
                <a:srgbClr val="000000"/>
              </a:solidFill>
            </a:endParaRPr>
          </a:p>
        </p:txBody>
      </p:sp>
    </p:spTree>
    <p:extLst>
      <p:ext uri="{BB962C8B-B14F-4D97-AF65-F5344CB8AC3E}">
        <p14:creationId xmlns:p14="http://schemas.microsoft.com/office/powerpoint/2010/main" val="4038460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AA7B4FB9-9F11-4635-9FA0-F279FB7E8EBA}" type="slidenum">
              <a:rPr lang="en-IN" altLang="en-US" smtClean="0"/>
              <a:pPr>
                <a:defRPr/>
              </a:pPr>
              <a:t>13</a:t>
            </a:fld>
            <a:endParaRPr lang="en-IN" altLang="en-US"/>
          </a:p>
        </p:txBody>
      </p:sp>
    </p:spTree>
    <p:extLst>
      <p:ext uri="{BB962C8B-B14F-4D97-AF65-F5344CB8AC3E}">
        <p14:creationId xmlns:p14="http://schemas.microsoft.com/office/powerpoint/2010/main" val="3338734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A555-C9F9-AF79-2499-7522B16D7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00DED-CE65-3621-5DCE-6B4331F329E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EEC69C9-1A49-45E3-A8BF-A92B077A16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371126-55A2-1673-FA57-8F4E0A3DD0C8}"/>
              </a:ext>
            </a:extLst>
          </p:cNvPr>
          <p:cNvSpPr>
            <a:spLocks noGrp="1"/>
          </p:cNvSpPr>
          <p:nvPr>
            <p:ph type="sldNum" sz="quarter" idx="5"/>
          </p:nvPr>
        </p:nvSpPr>
        <p:spPr/>
        <p:txBody>
          <a:bodyPr/>
          <a:lstStyle/>
          <a:p>
            <a:pPr>
              <a:defRPr/>
            </a:pPr>
            <a:fld id="{AA7B4FB9-9F11-4635-9FA0-F279FB7E8EBA}" type="slidenum">
              <a:rPr lang="en-IN" altLang="en-US" smtClean="0"/>
              <a:pPr>
                <a:defRPr/>
              </a:pPr>
              <a:t>14</a:t>
            </a:fld>
            <a:endParaRPr lang="en-IN" altLang="en-US"/>
          </a:p>
        </p:txBody>
      </p:sp>
    </p:spTree>
    <p:extLst>
      <p:ext uri="{BB962C8B-B14F-4D97-AF65-F5344CB8AC3E}">
        <p14:creationId xmlns:p14="http://schemas.microsoft.com/office/powerpoint/2010/main" val="3170095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13061FD5-8F73-3704-D39B-77DC14B50D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1507" name="Notes Placeholder 2">
            <a:extLst>
              <a:ext uri="{FF2B5EF4-FFF2-40B4-BE49-F238E27FC236}">
                <a16:creationId xmlns:a16="http://schemas.microsoft.com/office/drawing/2014/main" id="{A8A2BF7B-8686-F0CF-D04E-5DD53586B2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1508" name="Slide Number Placeholder 3">
            <a:extLst>
              <a:ext uri="{FF2B5EF4-FFF2-40B4-BE49-F238E27FC236}">
                <a16:creationId xmlns:a16="http://schemas.microsoft.com/office/drawing/2014/main" id="{9B899B26-A3EC-8FB4-9893-8B8033963D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9047C42-1125-4446-B490-A1B265B32A80}" type="slidenum">
              <a:rPr lang="en-IN" altLang="en-US"/>
              <a:pPr/>
              <a:t>23</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D7F143-E168-CCA5-5D1D-8B162D0E976B}"/>
              </a:ext>
            </a:extLst>
          </p:cNvPr>
          <p:cNvSpPr>
            <a:spLocks noGrp="1"/>
          </p:cNvSpPr>
          <p:nvPr>
            <p:ph type="dt" sz="half" idx="10"/>
          </p:nvPr>
        </p:nvSpPr>
        <p:spPr/>
        <p:txBody>
          <a:bodyPr/>
          <a:lstStyle>
            <a:lvl1pPr>
              <a:defRPr/>
            </a:lvl1pPr>
          </a:lstStyle>
          <a:p>
            <a:pPr>
              <a:defRPr/>
            </a:pPr>
            <a:fld id="{8B697156-4698-4A9F-B2B6-0123FFBB255B}" type="datetime1">
              <a:rPr lang="en-US"/>
              <a:pPr>
                <a:defRPr/>
              </a:pPr>
              <a:t>11/17/2025</a:t>
            </a:fld>
            <a:endParaRPr lang="en-IN"/>
          </a:p>
        </p:txBody>
      </p:sp>
      <p:sp>
        <p:nvSpPr>
          <p:cNvPr id="5" name="Footer Placeholder 4">
            <a:extLst>
              <a:ext uri="{FF2B5EF4-FFF2-40B4-BE49-F238E27FC236}">
                <a16:creationId xmlns:a16="http://schemas.microsoft.com/office/drawing/2014/main" id="{30733929-39A9-265C-94A7-3C5B5FE75829}"/>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6" name="Slide Number Placeholder 5">
            <a:extLst>
              <a:ext uri="{FF2B5EF4-FFF2-40B4-BE49-F238E27FC236}">
                <a16:creationId xmlns:a16="http://schemas.microsoft.com/office/drawing/2014/main" id="{6C5D18CD-F6E1-80D9-FD3C-4559A27A74D7}"/>
              </a:ext>
            </a:extLst>
          </p:cNvPr>
          <p:cNvSpPr>
            <a:spLocks noGrp="1"/>
          </p:cNvSpPr>
          <p:nvPr>
            <p:ph type="sldNum" sz="quarter" idx="12"/>
          </p:nvPr>
        </p:nvSpPr>
        <p:spPr/>
        <p:txBody>
          <a:bodyPr/>
          <a:lstStyle>
            <a:lvl1pPr>
              <a:defRPr/>
            </a:lvl1pPr>
          </a:lstStyle>
          <a:p>
            <a:pPr>
              <a:defRPr/>
            </a:pPr>
            <a:fld id="{359E663B-DF46-4420-B061-4E37BA1A1C61}" type="slidenum">
              <a:rPr lang="en-IN" altLang="en-US"/>
              <a:pPr>
                <a:defRPr/>
              </a:pPr>
              <a:t>‹#›</a:t>
            </a:fld>
            <a:endParaRPr lang="en-IN" altLang="en-US"/>
          </a:p>
        </p:txBody>
      </p:sp>
    </p:spTree>
    <p:extLst>
      <p:ext uri="{BB962C8B-B14F-4D97-AF65-F5344CB8AC3E}">
        <p14:creationId xmlns:p14="http://schemas.microsoft.com/office/powerpoint/2010/main" val="2294155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94ADA1-2302-2FE1-9F5E-22F985B42834}"/>
              </a:ext>
            </a:extLst>
          </p:cNvPr>
          <p:cNvSpPr>
            <a:spLocks noGrp="1"/>
          </p:cNvSpPr>
          <p:nvPr>
            <p:ph type="dt" sz="half" idx="10"/>
          </p:nvPr>
        </p:nvSpPr>
        <p:spPr/>
        <p:txBody>
          <a:bodyPr/>
          <a:lstStyle>
            <a:lvl1pPr>
              <a:defRPr/>
            </a:lvl1pPr>
          </a:lstStyle>
          <a:p>
            <a:pPr>
              <a:defRPr/>
            </a:pPr>
            <a:fld id="{65BBA739-5B13-47EB-BC62-9C8322EE5F9E}" type="datetime1">
              <a:rPr lang="en-US"/>
              <a:pPr>
                <a:defRPr/>
              </a:pPr>
              <a:t>11/17/2025</a:t>
            </a:fld>
            <a:endParaRPr lang="en-IN"/>
          </a:p>
        </p:txBody>
      </p:sp>
      <p:sp>
        <p:nvSpPr>
          <p:cNvPr id="5" name="Footer Placeholder 4">
            <a:extLst>
              <a:ext uri="{FF2B5EF4-FFF2-40B4-BE49-F238E27FC236}">
                <a16:creationId xmlns:a16="http://schemas.microsoft.com/office/drawing/2014/main" id="{624BC3B2-6679-7A4A-8F42-B23AEBA8D664}"/>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6" name="Slide Number Placeholder 5">
            <a:extLst>
              <a:ext uri="{FF2B5EF4-FFF2-40B4-BE49-F238E27FC236}">
                <a16:creationId xmlns:a16="http://schemas.microsoft.com/office/drawing/2014/main" id="{D8750D1E-39E8-8B13-7E53-AADA3407123E}"/>
              </a:ext>
            </a:extLst>
          </p:cNvPr>
          <p:cNvSpPr>
            <a:spLocks noGrp="1"/>
          </p:cNvSpPr>
          <p:nvPr>
            <p:ph type="sldNum" sz="quarter" idx="12"/>
          </p:nvPr>
        </p:nvSpPr>
        <p:spPr/>
        <p:txBody>
          <a:bodyPr/>
          <a:lstStyle>
            <a:lvl1pPr>
              <a:defRPr/>
            </a:lvl1pPr>
          </a:lstStyle>
          <a:p>
            <a:pPr>
              <a:defRPr/>
            </a:pPr>
            <a:fld id="{73B2E4C9-3A6B-49C7-80C2-49F68ED88CAA}" type="slidenum">
              <a:rPr lang="en-IN" altLang="en-US"/>
              <a:pPr>
                <a:defRPr/>
              </a:pPr>
              <a:t>‹#›</a:t>
            </a:fld>
            <a:endParaRPr lang="en-IN" altLang="en-US"/>
          </a:p>
        </p:txBody>
      </p:sp>
    </p:spTree>
    <p:extLst>
      <p:ext uri="{BB962C8B-B14F-4D97-AF65-F5344CB8AC3E}">
        <p14:creationId xmlns:p14="http://schemas.microsoft.com/office/powerpoint/2010/main" val="3076572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13CC7D-64A0-49C7-6A48-AA3075A68B54}"/>
              </a:ext>
            </a:extLst>
          </p:cNvPr>
          <p:cNvSpPr>
            <a:spLocks noGrp="1"/>
          </p:cNvSpPr>
          <p:nvPr>
            <p:ph type="dt" sz="half" idx="10"/>
          </p:nvPr>
        </p:nvSpPr>
        <p:spPr/>
        <p:txBody>
          <a:bodyPr/>
          <a:lstStyle>
            <a:lvl1pPr>
              <a:defRPr/>
            </a:lvl1pPr>
          </a:lstStyle>
          <a:p>
            <a:pPr>
              <a:defRPr/>
            </a:pPr>
            <a:fld id="{4C3742A1-F9CE-4C28-A9C2-18072C275F7F}" type="datetime1">
              <a:rPr lang="en-US"/>
              <a:pPr>
                <a:defRPr/>
              </a:pPr>
              <a:t>11/17/2025</a:t>
            </a:fld>
            <a:endParaRPr lang="en-IN"/>
          </a:p>
        </p:txBody>
      </p:sp>
      <p:sp>
        <p:nvSpPr>
          <p:cNvPr id="5" name="Footer Placeholder 4">
            <a:extLst>
              <a:ext uri="{FF2B5EF4-FFF2-40B4-BE49-F238E27FC236}">
                <a16:creationId xmlns:a16="http://schemas.microsoft.com/office/drawing/2014/main" id="{D961854F-242A-AA02-98C9-5468748E98F4}"/>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6" name="Slide Number Placeholder 5">
            <a:extLst>
              <a:ext uri="{FF2B5EF4-FFF2-40B4-BE49-F238E27FC236}">
                <a16:creationId xmlns:a16="http://schemas.microsoft.com/office/drawing/2014/main" id="{9FFB021D-4AB8-4BAD-11BD-504AE876E48A}"/>
              </a:ext>
            </a:extLst>
          </p:cNvPr>
          <p:cNvSpPr>
            <a:spLocks noGrp="1"/>
          </p:cNvSpPr>
          <p:nvPr>
            <p:ph type="sldNum" sz="quarter" idx="12"/>
          </p:nvPr>
        </p:nvSpPr>
        <p:spPr/>
        <p:txBody>
          <a:bodyPr/>
          <a:lstStyle>
            <a:lvl1pPr>
              <a:defRPr/>
            </a:lvl1pPr>
          </a:lstStyle>
          <a:p>
            <a:pPr>
              <a:defRPr/>
            </a:pPr>
            <a:fld id="{D067B3DC-E407-47C7-8390-8F46A141D2A7}" type="slidenum">
              <a:rPr lang="en-IN" altLang="en-US"/>
              <a:pPr>
                <a:defRPr/>
              </a:pPr>
              <a:t>‹#›</a:t>
            </a:fld>
            <a:endParaRPr lang="en-IN" altLang="en-US"/>
          </a:p>
        </p:txBody>
      </p:sp>
    </p:spTree>
    <p:extLst>
      <p:ext uri="{BB962C8B-B14F-4D97-AF65-F5344CB8AC3E}">
        <p14:creationId xmlns:p14="http://schemas.microsoft.com/office/powerpoint/2010/main" val="2179457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AFF65585-D086-FE4B-9B2F-5EBDD4637C55}"/>
              </a:ext>
            </a:extLst>
          </p:cNvPr>
          <p:cNvSpPr>
            <a:spLocks noGrp="1"/>
          </p:cNvSpPr>
          <p:nvPr>
            <p:ph type="dt" sz="half" idx="10"/>
          </p:nvPr>
        </p:nvSpPr>
        <p:spPr/>
        <p:txBody>
          <a:bodyPr/>
          <a:lstStyle>
            <a:lvl1pPr>
              <a:defRPr/>
            </a:lvl1pPr>
          </a:lstStyle>
          <a:p>
            <a:pPr>
              <a:defRPr/>
            </a:pPr>
            <a:fld id="{07323539-97FA-4415-A1DB-65DD9FD78DB0}" type="datetime1">
              <a:rPr lang="en-US"/>
              <a:pPr>
                <a:defRPr/>
              </a:pPr>
              <a:t>11/17/2025</a:t>
            </a:fld>
            <a:endParaRPr lang="en-IN"/>
          </a:p>
        </p:txBody>
      </p:sp>
      <p:sp>
        <p:nvSpPr>
          <p:cNvPr id="6" name="Footer Placeholder 4">
            <a:extLst>
              <a:ext uri="{FF2B5EF4-FFF2-40B4-BE49-F238E27FC236}">
                <a16:creationId xmlns:a16="http://schemas.microsoft.com/office/drawing/2014/main" id="{0DAC81BD-710D-0693-751C-8E273C9DC8C5}"/>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7" name="Slide Number Placeholder 5">
            <a:extLst>
              <a:ext uri="{FF2B5EF4-FFF2-40B4-BE49-F238E27FC236}">
                <a16:creationId xmlns:a16="http://schemas.microsoft.com/office/drawing/2014/main" id="{2858077B-0BAB-41D9-2FE4-78C035E403F4}"/>
              </a:ext>
            </a:extLst>
          </p:cNvPr>
          <p:cNvSpPr>
            <a:spLocks noGrp="1"/>
          </p:cNvSpPr>
          <p:nvPr>
            <p:ph type="sldNum" sz="quarter" idx="12"/>
          </p:nvPr>
        </p:nvSpPr>
        <p:spPr/>
        <p:txBody>
          <a:bodyPr/>
          <a:lstStyle>
            <a:lvl1pPr>
              <a:defRPr/>
            </a:lvl1pPr>
          </a:lstStyle>
          <a:p>
            <a:pPr>
              <a:defRPr/>
            </a:pPr>
            <a:fld id="{0CAA29B7-9248-46CC-B6A7-3F94D39C5CD0}" type="slidenum">
              <a:rPr lang="en-IN" altLang="en-US"/>
              <a:pPr>
                <a:defRPr/>
              </a:pPr>
              <a:t>‹#›</a:t>
            </a:fld>
            <a:endParaRPr lang="en-IN" altLang="en-US"/>
          </a:p>
        </p:txBody>
      </p:sp>
    </p:spTree>
    <p:extLst>
      <p:ext uri="{BB962C8B-B14F-4D97-AF65-F5344CB8AC3E}">
        <p14:creationId xmlns:p14="http://schemas.microsoft.com/office/powerpoint/2010/main" val="417130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E670983D-8AE3-594E-6BC2-F2EC71C3CF65}"/>
              </a:ext>
            </a:extLst>
          </p:cNvPr>
          <p:cNvSpPr>
            <a:spLocks noGrp="1"/>
          </p:cNvSpPr>
          <p:nvPr>
            <p:ph type="dt" sz="half" idx="10"/>
          </p:nvPr>
        </p:nvSpPr>
        <p:spPr/>
        <p:txBody>
          <a:bodyPr/>
          <a:lstStyle>
            <a:lvl1pPr>
              <a:defRPr/>
            </a:lvl1pPr>
          </a:lstStyle>
          <a:p>
            <a:pPr>
              <a:defRPr/>
            </a:pPr>
            <a:fld id="{1CB9F1E6-2E50-483F-BE46-ED97EC34DB54}" type="datetime1">
              <a:rPr lang="en-US"/>
              <a:pPr>
                <a:defRPr/>
              </a:pPr>
              <a:t>11/17/2025</a:t>
            </a:fld>
            <a:endParaRPr lang="en-IN"/>
          </a:p>
        </p:txBody>
      </p:sp>
      <p:sp>
        <p:nvSpPr>
          <p:cNvPr id="8" name="Footer Placeholder 4">
            <a:extLst>
              <a:ext uri="{FF2B5EF4-FFF2-40B4-BE49-F238E27FC236}">
                <a16:creationId xmlns:a16="http://schemas.microsoft.com/office/drawing/2014/main" id="{A2F143B0-A47F-86CA-239A-CB8BD24ACD63}"/>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9" name="Slide Number Placeholder 5">
            <a:extLst>
              <a:ext uri="{FF2B5EF4-FFF2-40B4-BE49-F238E27FC236}">
                <a16:creationId xmlns:a16="http://schemas.microsoft.com/office/drawing/2014/main" id="{F085A92B-6CDD-69A2-E645-4C564A10A29E}"/>
              </a:ext>
            </a:extLst>
          </p:cNvPr>
          <p:cNvSpPr>
            <a:spLocks noGrp="1"/>
          </p:cNvSpPr>
          <p:nvPr>
            <p:ph type="sldNum" sz="quarter" idx="12"/>
          </p:nvPr>
        </p:nvSpPr>
        <p:spPr/>
        <p:txBody>
          <a:bodyPr/>
          <a:lstStyle>
            <a:lvl1pPr>
              <a:defRPr/>
            </a:lvl1pPr>
          </a:lstStyle>
          <a:p>
            <a:pPr>
              <a:defRPr/>
            </a:pPr>
            <a:fld id="{9C0F4648-2F26-4B45-931B-8133678432B2}" type="slidenum">
              <a:rPr lang="en-IN" altLang="en-US"/>
              <a:pPr>
                <a:defRPr/>
              </a:pPr>
              <a:t>‹#›</a:t>
            </a:fld>
            <a:endParaRPr lang="en-IN" altLang="en-US"/>
          </a:p>
        </p:txBody>
      </p:sp>
    </p:spTree>
    <p:extLst>
      <p:ext uri="{BB962C8B-B14F-4D97-AF65-F5344CB8AC3E}">
        <p14:creationId xmlns:p14="http://schemas.microsoft.com/office/powerpoint/2010/main" val="3962551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77DE5C97-4CA1-FB61-BDF2-9860B9899FD3}"/>
              </a:ext>
            </a:extLst>
          </p:cNvPr>
          <p:cNvSpPr>
            <a:spLocks noGrp="1"/>
          </p:cNvSpPr>
          <p:nvPr>
            <p:ph type="dt" sz="half" idx="10"/>
          </p:nvPr>
        </p:nvSpPr>
        <p:spPr/>
        <p:txBody>
          <a:bodyPr/>
          <a:lstStyle>
            <a:lvl1pPr>
              <a:defRPr/>
            </a:lvl1pPr>
          </a:lstStyle>
          <a:p>
            <a:pPr>
              <a:defRPr/>
            </a:pPr>
            <a:fld id="{7B6272A2-C429-4560-8444-CE361DD9209C}" type="datetime1">
              <a:rPr lang="en-US"/>
              <a:pPr>
                <a:defRPr/>
              </a:pPr>
              <a:t>11/17/2025</a:t>
            </a:fld>
            <a:endParaRPr lang="en-IN"/>
          </a:p>
        </p:txBody>
      </p:sp>
      <p:sp>
        <p:nvSpPr>
          <p:cNvPr id="4" name="Footer Placeholder 4">
            <a:extLst>
              <a:ext uri="{FF2B5EF4-FFF2-40B4-BE49-F238E27FC236}">
                <a16:creationId xmlns:a16="http://schemas.microsoft.com/office/drawing/2014/main" id="{3B629E02-C9A9-F4B8-65E8-8388DC01053B}"/>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5" name="Slide Number Placeholder 5">
            <a:extLst>
              <a:ext uri="{FF2B5EF4-FFF2-40B4-BE49-F238E27FC236}">
                <a16:creationId xmlns:a16="http://schemas.microsoft.com/office/drawing/2014/main" id="{0E9E5F24-1844-D32A-BA95-CD4BFCD84DFD}"/>
              </a:ext>
            </a:extLst>
          </p:cNvPr>
          <p:cNvSpPr>
            <a:spLocks noGrp="1"/>
          </p:cNvSpPr>
          <p:nvPr>
            <p:ph type="sldNum" sz="quarter" idx="12"/>
          </p:nvPr>
        </p:nvSpPr>
        <p:spPr/>
        <p:txBody>
          <a:bodyPr/>
          <a:lstStyle>
            <a:lvl1pPr>
              <a:defRPr/>
            </a:lvl1pPr>
          </a:lstStyle>
          <a:p>
            <a:pPr>
              <a:defRPr/>
            </a:pPr>
            <a:fld id="{5A6178A1-D0C4-4790-AAC5-C761F6C2EC7F}" type="slidenum">
              <a:rPr lang="en-IN" altLang="en-US"/>
              <a:pPr>
                <a:defRPr/>
              </a:pPr>
              <a:t>‹#›</a:t>
            </a:fld>
            <a:endParaRPr lang="en-IN" altLang="en-US"/>
          </a:p>
        </p:txBody>
      </p:sp>
    </p:spTree>
    <p:extLst>
      <p:ext uri="{BB962C8B-B14F-4D97-AF65-F5344CB8AC3E}">
        <p14:creationId xmlns:p14="http://schemas.microsoft.com/office/powerpoint/2010/main" val="262613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7E7FBF4-D8B0-675D-FE9B-A8AE9E8578C8}"/>
              </a:ext>
            </a:extLst>
          </p:cNvPr>
          <p:cNvSpPr>
            <a:spLocks noGrp="1"/>
          </p:cNvSpPr>
          <p:nvPr>
            <p:ph type="dt" sz="half" idx="10"/>
          </p:nvPr>
        </p:nvSpPr>
        <p:spPr/>
        <p:txBody>
          <a:bodyPr/>
          <a:lstStyle>
            <a:lvl1pPr>
              <a:defRPr/>
            </a:lvl1pPr>
          </a:lstStyle>
          <a:p>
            <a:pPr>
              <a:defRPr/>
            </a:pPr>
            <a:fld id="{44087286-B250-4492-ADDD-E9D2484247F0}" type="datetime1">
              <a:rPr lang="en-US"/>
              <a:pPr>
                <a:defRPr/>
              </a:pPr>
              <a:t>11/17/2025</a:t>
            </a:fld>
            <a:endParaRPr lang="en-IN"/>
          </a:p>
        </p:txBody>
      </p:sp>
      <p:sp>
        <p:nvSpPr>
          <p:cNvPr id="3" name="Footer Placeholder 4">
            <a:extLst>
              <a:ext uri="{FF2B5EF4-FFF2-40B4-BE49-F238E27FC236}">
                <a16:creationId xmlns:a16="http://schemas.microsoft.com/office/drawing/2014/main" id="{B22DA168-89FE-D462-21DF-52E1382A2C1A}"/>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4" name="Slide Number Placeholder 5">
            <a:extLst>
              <a:ext uri="{FF2B5EF4-FFF2-40B4-BE49-F238E27FC236}">
                <a16:creationId xmlns:a16="http://schemas.microsoft.com/office/drawing/2014/main" id="{D644EF04-89F7-030C-2034-AF86A2880FB4}"/>
              </a:ext>
            </a:extLst>
          </p:cNvPr>
          <p:cNvSpPr>
            <a:spLocks noGrp="1"/>
          </p:cNvSpPr>
          <p:nvPr>
            <p:ph type="sldNum" sz="quarter" idx="12"/>
          </p:nvPr>
        </p:nvSpPr>
        <p:spPr/>
        <p:txBody>
          <a:bodyPr/>
          <a:lstStyle>
            <a:lvl1pPr>
              <a:defRPr/>
            </a:lvl1pPr>
          </a:lstStyle>
          <a:p>
            <a:pPr>
              <a:defRPr/>
            </a:pPr>
            <a:fld id="{4002BFD9-9B1C-4810-A388-808A31F17CCD}" type="slidenum">
              <a:rPr lang="en-IN" altLang="en-US"/>
              <a:pPr>
                <a:defRPr/>
              </a:pPr>
              <a:t>‹#›</a:t>
            </a:fld>
            <a:endParaRPr lang="en-IN" altLang="en-US"/>
          </a:p>
        </p:txBody>
      </p:sp>
    </p:spTree>
    <p:extLst>
      <p:ext uri="{BB962C8B-B14F-4D97-AF65-F5344CB8AC3E}">
        <p14:creationId xmlns:p14="http://schemas.microsoft.com/office/powerpoint/2010/main" val="1370131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055E058-92F8-8449-85DD-C5D1447B36D2}"/>
              </a:ext>
            </a:extLst>
          </p:cNvPr>
          <p:cNvSpPr>
            <a:spLocks noGrp="1"/>
          </p:cNvSpPr>
          <p:nvPr>
            <p:ph type="dt" sz="half" idx="10"/>
          </p:nvPr>
        </p:nvSpPr>
        <p:spPr/>
        <p:txBody>
          <a:bodyPr/>
          <a:lstStyle>
            <a:lvl1pPr>
              <a:defRPr/>
            </a:lvl1pPr>
          </a:lstStyle>
          <a:p>
            <a:pPr>
              <a:defRPr/>
            </a:pPr>
            <a:fld id="{AA432664-6C14-439C-AB58-36439B4B012D}" type="datetime1">
              <a:rPr lang="en-US"/>
              <a:pPr>
                <a:defRPr/>
              </a:pPr>
              <a:t>11/17/2025</a:t>
            </a:fld>
            <a:endParaRPr lang="en-IN"/>
          </a:p>
        </p:txBody>
      </p:sp>
      <p:sp>
        <p:nvSpPr>
          <p:cNvPr id="6" name="Footer Placeholder 4">
            <a:extLst>
              <a:ext uri="{FF2B5EF4-FFF2-40B4-BE49-F238E27FC236}">
                <a16:creationId xmlns:a16="http://schemas.microsoft.com/office/drawing/2014/main" id="{7E0573ED-E2A1-6548-3C52-8FAF0A14D721}"/>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7" name="Slide Number Placeholder 5">
            <a:extLst>
              <a:ext uri="{FF2B5EF4-FFF2-40B4-BE49-F238E27FC236}">
                <a16:creationId xmlns:a16="http://schemas.microsoft.com/office/drawing/2014/main" id="{5D952F7D-62EA-DE1E-19A6-FA89FCEF4DB8}"/>
              </a:ext>
            </a:extLst>
          </p:cNvPr>
          <p:cNvSpPr>
            <a:spLocks noGrp="1"/>
          </p:cNvSpPr>
          <p:nvPr>
            <p:ph type="sldNum" sz="quarter" idx="12"/>
          </p:nvPr>
        </p:nvSpPr>
        <p:spPr/>
        <p:txBody>
          <a:bodyPr/>
          <a:lstStyle>
            <a:lvl1pPr>
              <a:defRPr/>
            </a:lvl1pPr>
          </a:lstStyle>
          <a:p>
            <a:pPr>
              <a:defRPr/>
            </a:pPr>
            <a:fld id="{D35B0AA0-A96F-4FFA-8928-B5063E516AC3}" type="slidenum">
              <a:rPr lang="en-IN" altLang="en-US"/>
              <a:pPr>
                <a:defRPr/>
              </a:pPr>
              <a:t>‹#›</a:t>
            </a:fld>
            <a:endParaRPr lang="en-IN" altLang="en-US"/>
          </a:p>
        </p:txBody>
      </p:sp>
    </p:spTree>
    <p:extLst>
      <p:ext uri="{BB962C8B-B14F-4D97-AF65-F5344CB8AC3E}">
        <p14:creationId xmlns:p14="http://schemas.microsoft.com/office/powerpoint/2010/main" val="1014710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178A117D-6E78-1DE3-32A1-9E3F6958DD62}"/>
              </a:ext>
            </a:extLst>
          </p:cNvPr>
          <p:cNvSpPr>
            <a:spLocks noGrp="1"/>
          </p:cNvSpPr>
          <p:nvPr>
            <p:ph type="dt" sz="half" idx="10"/>
          </p:nvPr>
        </p:nvSpPr>
        <p:spPr/>
        <p:txBody>
          <a:bodyPr/>
          <a:lstStyle>
            <a:lvl1pPr>
              <a:defRPr/>
            </a:lvl1pPr>
          </a:lstStyle>
          <a:p>
            <a:pPr>
              <a:defRPr/>
            </a:pPr>
            <a:fld id="{23D1BF25-1D03-4828-8658-C64EE5630B5F}" type="datetime1">
              <a:rPr lang="en-US"/>
              <a:pPr>
                <a:defRPr/>
              </a:pPr>
              <a:t>11/17/2025</a:t>
            </a:fld>
            <a:endParaRPr lang="en-IN"/>
          </a:p>
        </p:txBody>
      </p:sp>
      <p:sp>
        <p:nvSpPr>
          <p:cNvPr id="6" name="Footer Placeholder 4">
            <a:extLst>
              <a:ext uri="{FF2B5EF4-FFF2-40B4-BE49-F238E27FC236}">
                <a16:creationId xmlns:a16="http://schemas.microsoft.com/office/drawing/2014/main" id="{2B41BA60-5383-197B-6D55-28231A34D2F4}"/>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7" name="Slide Number Placeholder 5">
            <a:extLst>
              <a:ext uri="{FF2B5EF4-FFF2-40B4-BE49-F238E27FC236}">
                <a16:creationId xmlns:a16="http://schemas.microsoft.com/office/drawing/2014/main" id="{E1C9FF97-8D91-FFCF-44B3-3F693564042D}"/>
              </a:ext>
            </a:extLst>
          </p:cNvPr>
          <p:cNvSpPr>
            <a:spLocks noGrp="1"/>
          </p:cNvSpPr>
          <p:nvPr>
            <p:ph type="sldNum" sz="quarter" idx="12"/>
          </p:nvPr>
        </p:nvSpPr>
        <p:spPr/>
        <p:txBody>
          <a:bodyPr/>
          <a:lstStyle>
            <a:lvl1pPr>
              <a:defRPr/>
            </a:lvl1pPr>
          </a:lstStyle>
          <a:p>
            <a:pPr>
              <a:defRPr/>
            </a:pPr>
            <a:fld id="{0C52D02E-D759-4313-AC03-04555B9AC9A5}" type="slidenum">
              <a:rPr lang="en-IN" altLang="en-US"/>
              <a:pPr>
                <a:defRPr/>
              </a:pPr>
              <a:t>‹#›</a:t>
            </a:fld>
            <a:endParaRPr lang="en-IN" altLang="en-US"/>
          </a:p>
        </p:txBody>
      </p:sp>
    </p:spTree>
    <p:extLst>
      <p:ext uri="{BB962C8B-B14F-4D97-AF65-F5344CB8AC3E}">
        <p14:creationId xmlns:p14="http://schemas.microsoft.com/office/powerpoint/2010/main" val="1344482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36A6B9-F3B0-005D-5EDA-8BC644128D1D}"/>
              </a:ext>
            </a:extLst>
          </p:cNvPr>
          <p:cNvSpPr>
            <a:spLocks noGrp="1"/>
          </p:cNvSpPr>
          <p:nvPr>
            <p:ph type="dt" sz="half" idx="10"/>
          </p:nvPr>
        </p:nvSpPr>
        <p:spPr/>
        <p:txBody>
          <a:bodyPr/>
          <a:lstStyle>
            <a:lvl1pPr>
              <a:defRPr/>
            </a:lvl1pPr>
          </a:lstStyle>
          <a:p>
            <a:pPr>
              <a:defRPr/>
            </a:pPr>
            <a:fld id="{39D2CEC0-470A-4753-9417-768EE160C319}" type="datetime1">
              <a:rPr lang="en-US"/>
              <a:pPr>
                <a:defRPr/>
              </a:pPr>
              <a:t>11/17/2025</a:t>
            </a:fld>
            <a:endParaRPr lang="en-IN"/>
          </a:p>
        </p:txBody>
      </p:sp>
      <p:sp>
        <p:nvSpPr>
          <p:cNvPr id="5" name="Footer Placeholder 4">
            <a:extLst>
              <a:ext uri="{FF2B5EF4-FFF2-40B4-BE49-F238E27FC236}">
                <a16:creationId xmlns:a16="http://schemas.microsoft.com/office/drawing/2014/main" id="{3443E32A-3885-6006-1BDE-72C3DD751E3E}"/>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6" name="Slide Number Placeholder 5">
            <a:extLst>
              <a:ext uri="{FF2B5EF4-FFF2-40B4-BE49-F238E27FC236}">
                <a16:creationId xmlns:a16="http://schemas.microsoft.com/office/drawing/2014/main" id="{DAED18F3-6C11-600F-B839-4B97DF3CFF9E}"/>
              </a:ext>
            </a:extLst>
          </p:cNvPr>
          <p:cNvSpPr>
            <a:spLocks noGrp="1"/>
          </p:cNvSpPr>
          <p:nvPr>
            <p:ph type="sldNum" sz="quarter" idx="12"/>
          </p:nvPr>
        </p:nvSpPr>
        <p:spPr/>
        <p:txBody>
          <a:bodyPr/>
          <a:lstStyle>
            <a:lvl1pPr>
              <a:defRPr/>
            </a:lvl1pPr>
          </a:lstStyle>
          <a:p>
            <a:pPr>
              <a:defRPr/>
            </a:pPr>
            <a:fld id="{1D7191D6-7D2B-41DF-B847-275A73C8E2E7}" type="slidenum">
              <a:rPr lang="en-IN" altLang="en-US"/>
              <a:pPr>
                <a:defRPr/>
              </a:pPr>
              <a:t>‹#›</a:t>
            </a:fld>
            <a:endParaRPr lang="en-IN" altLang="en-US"/>
          </a:p>
        </p:txBody>
      </p:sp>
    </p:spTree>
    <p:extLst>
      <p:ext uri="{BB962C8B-B14F-4D97-AF65-F5344CB8AC3E}">
        <p14:creationId xmlns:p14="http://schemas.microsoft.com/office/powerpoint/2010/main" val="217973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DB9B3D-B033-EB43-41CB-65EBBA14670E}"/>
              </a:ext>
            </a:extLst>
          </p:cNvPr>
          <p:cNvSpPr>
            <a:spLocks noGrp="1"/>
          </p:cNvSpPr>
          <p:nvPr>
            <p:ph type="dt" sz="half" idx="10"/>
          </p:nvPr>
        </p:nvSpPr>
        <p:spPr/>
        <p:txBody>
          <a:bodyPr/>
          <a:lstStyle>
            <a:lvl1pPr>
              <a:defRPr/>
            </a:lvl1pPr>
          </a:lstStyle>
          <a:p>
            <a:pPr>
              <a:defRPr/>
            </a:pPr>
            <a:fld id="{F1780E12-21CE-4D50-940E-9B1DF55AF594}" type="datetime1">
              <a:rPr lang="en-US"/>
              <a:pPr>
                <a:defRPr/>
              </a:pPr>
              <a:t>11/17/2025</a:t>
            </a:fld>
            <a:endParaRPr lang="en-IN"/>
          </a:p>
        </p:txBody>
      </p:sp>
      <p:sp>
        <p:nvSpPr>
          <p:cNvPr id="5" name="Footer Placeholder 4">
            <a:extLst>
              <a:ext uri="{FF2B5EF4-FFF2-40B4-BE49-F238E27FC236}">
                <a16:creationId xmlns:a16="http://schemas.microsoft.com/office/drawing/2014/main" id="{35701F5D-8C75-52E5-9C97-100C5D3C8F04}"/>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IN"/>
          </a:p>
        </p:txBody>
      </p:sp>
      <p:sp>
        <p:nvSpPr>
          <p:cNvPr id="6" name="Slide Number Placeholder 5">
            <a:extLst>
              <a:ext uri="{FF2B5EF4-FFF2-40B4-BE49-F238E27FC236}">
                <a16:creationId xmlns:a16="http://schemas.microsoft.com/office/drawing/2014/main" id="{47A33C23-85CB-7A21-60AA-890804E1480F}"/>
              </a:ext>
            </a:extLst>
          </p:cNvPr>
          <p:cNvSpPr>
            <a:spLocks noGrp="1"/>
          </p:cNvSpPr>
          <p:nvPr>
            <p:ph type="sldNum" sz="quarter" idx="12"/>
          </p:nvPr>
        </p:nvSpPr>
        <p:spPr/>
        <p:txBody>
          <a:bodyPr/>
          <a:lstStyle>
            <a:lvl1pPr>
              <a:defRPr/>
            </a:lvl1pPr>
          </a:lstStyle>
          <a:p>
            <a:pPr>
              <a:defRPr/>
            </a:pPr>
            <a:fld id="{6415C23B-FFF0-4CD6-9BAA-A2A7AE8C4C0B}" type="slidenum">
              <a:rPr lang="en-IN" altLang="en-US"/>
              <a:pPr>
                <a:defRPr/>
              </a:pPr>
              <a:t>‹#›</a:t>
            </a:fld>
            <a:endParaRPr lang="en-IN" altLang="en-US"/>
          </a:p>
        </p:txBody>
      </p:sp>
    </p:spTree>
    <p:extLst>
      <p:ext uri="{BB962C8B-B14F-4D97-AF65-F5344CB8AC3E}">
        <p14:creationId xmlns:p14="http://schemas.microsoft.com/office/powerpoint/2010/main" val="4146267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A75439-5F65-A561-8027-AC88B4729063}"/>
              </a:ext>
            </a:extLst>
          </p:cNvPr>
          <p:cNvSpPr>
            <a:spLocks noGrp="1"/>
          </p:cNvSpPr>
          <p:nvPr>
            <p:ph type="dt" sz="half" idx="10"/>
          </p:nvPr>
        </p:nvSpPr>
        <p:spPr/>
        <p:txBody>
          <a:bodyPr/>
          <a:lstStyle>
            <a:lvl1pPr>
              <a:defRPr/>
            </a:lvl1pPr>
          </a:lstStyle>
          <a:p>
            <a:pPr>
              <a:defRPr/>
            </a:pPr>
            <a:fld id="{B7CDBD72-A7E8-4BB1-9F4B-372B742B8928}" type="datetime1">
              <a:rPr lang="en-US"/>
              <a:pPr>
                <a:defRPr/>
              </a:pPr>
              <a:t>11/17/2025</a:t>
            </a:fld>
            <a:endParaRPr lang="en-US" dirty="0"/>
          </a:p>
        </p:txBody>
      </p:sp>
      <p:sp>
        <p:nvSpPr>
          <p:cNvPr id="5" name="Footer Placeholder 4">
            <a:extLst>
              <a:ext uri="{FF2B5EF4-FFF2-40B4-BE49-F238E27FC236}">
                <a16:creationId xmlns:a16="http://schemas.microsoft.com/office/drawing/2014/main" id="{610D8053-94A4-393A-5264-4D879AFC3B6B}"/>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6" name="Slide Number Placeholder 5">
            <a:extLst>
              <a:ext uri="{FF2B5EF4-FFF2-40B4-BE49-F238E27FC236}">
                <a16:creationId xmlns:a16="http://schemas.microsoft.com/office/drawing/2014/main" id="{A0AAEF13-E37D-0EA5-3E59-9596741B4447}"/>
              </a:ext>
            </a:extLst>
          </p:cNvPr>
          <p:cNvSpPr>
            <a:spLocks noGrp="1"/>
          </p:cNvSpPr>
          <p:nvPr>
            <p:ph type="sldNum" sz="quarter" idx="12"/>
          </p:nvPr>
        </p:nvSpPr>
        <p:spPr/>
        <p:txBody>
          <a:bodyPr/>
          <a:lstStyle>
            <a:lvl1pPr>
              <a:defRPr/>
            </a:lvl1pPr>
          </a:lstStyle>
          <a:p>
            <a:pPr>
              <a:defRPr/>
            </a:pPr>
            <a:fld id="{641ACFBD-CC9C-4EEA-A814-C230BEDA9298}" type="slidenum">
              <a:rPr lang="en-US" altLang="en-US"/>
              <a:pPr>
                <a:defRPr/>
              </a:pPr>
              <a:t>‹#›</a:t>
            </a:fld>
            <a:endParaRPr lang="en-US" altLang="en-US"/>
          </a:p>
        </p:txBody>
      </p:sp>
    </p:spTree>
    <p:extLst>
      <p:ext uri="{BB962C8B-B14F-4D97-AF65-F5344CB8AC3E}">
        <p14:creationId xmlns:p14="http://schemas.microsoft.com/office/powerpoint/2010/main" val="464143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41BE5B-8AEE-BD03-EC6D-B82BA3D4761B}"/>
              </a:ext>
            </a:extLst>
          </p:cNvPr>
          <p:cNvSpPr>
            <a:spLocks noGrp="1"/>
          </p:cNvSpPr>
          <p:nvPr>
            <p:ph type="dt" sz="half" idx="10"/>
          </p:nvPr>
        </p:nvSpPr>
        <p:spPr/>
        <p:txBody>
          <a:bodyPr/>
          <a:lstStyle>
            <a:lvl1pPr>
              <a:defRPr/>
            </a:lvl1pPr>
          </a:lstStyle>
          <a:p>
            <a:pPr>
              <a:defRPr/>
            </a:pPr>
            <a:fld id="{88A20053-D5CF-4D8A-862C-84C51E504393}" type="datetime1">
              <a:rPr lang="en-US"/>
              <a:pPr>
                <a:defRPr/>
              </a:pPr>
              <a:t>11/17/2025</a:t>
            </a:fld>
            <a:endParaRPr lang="en-US" dirty="0"/>
          </a:p>
        </p:txBody>
      </p:sp>
      <p:sp>
        <p:nvSpPr>
          <p:cNvPr id="5" name="Footer Placeholder 4">
            <a:extLst>
              <a:ext uri="{FF2B5EF4-FFF2-40B4-BE49-F238E27FC236}">
                <a16:creationId xmlns:a16="http://schemas.microsoft.com/office/drawing/2014/main" id="{E43F0A97-465B-6966-39F1-DE0D90B00274}"/>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6" name="Slide Number Placeholder 5">
            <a:extLst>
              <a:ext uri="{FF2B5EF4-FFF2-40B4-BE49-F238E27FC236}">
                <a16:creationId xmlns:a16="http://schemas.microsoft.com/office/drawing/2014/main" id="{60F75B46-9FDC-ABF1-49B0-C08CA92FB329}"/>
              </a:ext>
            </a:extLst>
          </p:cNvPr>
          <p:cNvSpPr>
            <a:spLocks noGrp="1"/>
          </p:cNvSpPr>
          <p:nvPr>
            <p:ph type="sldNum" sz="quarter" idx="12"/>
          </p:nvPr>
        </p:nvSpPr>
        <p:spPr/>
        <p:txBody>
          <a:bodyPr/>
          <a:lstStyle>
            <a:lvl1pPr>
              <a:defRPr/>
            </a:lvl1pPr>
          </a:lstStyle>
          <a:p>
            <a:pPr>
              <a:defRPr/>
            </a:pPr>
            <a:fld id="{83C9D0BD-69E2-497D-B6D8-75F703940353}" type="slidenum">
              <a:rPr lang="en-US" altLang="en-US"/>
              <a:pPr>
                <a:defRPr/>
              </a:pPr>
              <a:t>‹#›</a:t>
            </a:fld>
            <a:endParaRPr lang="en-US" altLang="en-US"/>
          </a:p>
        </p:txBody>
      </p:sp>
    </p:spTree>
    <p:extLst>
      <p:ext uri="{BB962C8B-B14F-4D97-AF65-F5344CB8AC3E}">
        <p14:creationId xmlns:p14="http://schemas.microsoft.com/office/powerpoint/2010/main" val="3254458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3"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3" y="458946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2E1E953-D102-AF08-44A3-5A22495582E9}"/>
              </a:ext>
            </a:extLst>
          </p:cNvPr>
          <p:cNvSpPr>
            <a:spLocks noGrp="1"/>
          </p:cNvSpPr>
          <p:nvPr>
            <p:ph type="dt" sz="half" idx="10"/>
          </p:nvPr>
        </p:nvSpPr>
        <p:spPr/>
        <p:txBody>
          <a:bodyPr/>
          <a:lstStyle>
            <a:lvl1pPr>
              <a:defRPr/>
            </a:lvl1pPr>
          </a:lstStyle>
          <a:p>
            <a:pPr>
              <a:defRPr/>
            </a:pPr>
            <a:fld id="{EF663E68-317E-4695-AB7E-F5D59A60B0D4}" type="datetime1">
              <a:rPr lang="en-US"/>
              <a:pPr>
                <a:defRPr/>
              </a:pPr>
              <a:t>11/17/2025</a:t>
            </a:fld>
            <a:endParaRPr lang="en-US" dirty="0"/>
          </a:p>
        </p:txBody>
      </p:sp>
      <p:sp>
        <p:nvSpPr>
          <p:cNvPr id="5" name="Footer Placeholder 4">
            <a:extLst>
              <a:ext uri="{FF2B5EF4-FFF2-40B4-BE49-F238E27FC236}">
                <a16:creationId xmlns:a16="http://schemas.microsoft.com/office/drawing/2014/main" id="{1AED47E0-8BC4-4340-76FC-6EB5B71070B1}"/>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6" name="Slide Number Placeholder 5">
            <a:extLst>
              <a:ext uri="{FF2B5EF4-FFF2-40B4-BE49-F238E27FC236}">
                <a16:creationId xmlns:a16="http://schemas.microsoft.com/office/drawing/2014/main" id="{901D1DA9-DAB9-AC7A-30C4-E20723421541}"/>
              </a:ext>
            </a:extLst>
          </p:cNvPr>
          <p:cNvSpPr>
            <a:spLocks noGrp="1"/>
          </p:cNvSpPr>
          <p:nvPr>
            <p:ph type="sldNum" sz="quarter" idx="12"/>
          </p:nvPr>
        </p:nvSpPr>
        <p:spPr/>
        <p:txBody>
          <a:bodyPr/>
          <a:lstStyle>
            <a:lvl1pPr>
              <a:defRPr/>
            </a:lvl1pPr>
          </a:lstStyle>
          <a:p>
            <a:pPr>
              <a:defRPr/>
            </a:pPr>
            <a:fld id="{AA5CDD9A-0361-41CA-A442-6901FEBD1E18}" type="slidenum">
              <a:rPr lang="en-US" altLang="en-US"/>
              <a:pPr>
                <a:defRPr/>
              </a:pPr>
              <a:t>‹#›</a:t>
            </a:fld>
            <a:endParaRPr lang="en-US" altLang="en-US"/>
          </a:p>
        </p:txBody>
      </p:sp>
    </p:spTree>
    <p:extLst>
      <p:ext uri="{BB962C8B-B14F-4D97-AF65-F5344CB8AC3E}">
        <p14:creationId xmlns:p14="http://schemas.microsoft.com/office/powerpoint/2010/main" val="1130504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172358E8-94C9-5EBA-B230-7C01578279D3}"/>
              </a:ext>
            </a:extLst>
          </p:cNvPr>
          <p:cNvSpPr>
            <a:spLocks noGrp="1"/>
          </p:cNvSpPr>
          <p:nvPr>
            <p:ph type="dt" sz="half" idx="10"/>
          </p:nvPr>
        </p:nvSpPr>
        <p:spPr/>
        <p:txBody>
          <a:bodyPr/>
          <a:lstStyle>
            <a:lvl1pPr>
              <a:defRPr/>
            </a:lvl1pPr>
          </a:lstStyle>
          <a:p>
            <a:pPr>
              <a:defRPr/>
            </a:pPr>
            <a:fld id="{5534ADDC-1AAB-4EAF-8C41-58D0D02B3349}" type="datetime1">
              <a:rPr lang="en-US"/>
              <a:pPr>
                <a:defRPr/>
              </a:pPr>
              <a:t>11/17/2025</a:t>
            </a:fld>
            <a:endParaRPr lang="en-US" dirty="0"/>
          </a:p>
        </p:txBody>
      </p:sp>
      <p:sp>
        <p:nvSpPr>
          <p:cNvPr id="6" name="Footer Placeholder 4">
            <a:extLst>
              <a:ext uri="{FF2B5EF4-FFF2-40B4-BE49-F238E27FC236}">
                <a16:creationId xmlns:a16="http://schemas.microsoft.com/office/drawing/2014/main" id="{E3715924-2300-B8A3-8D6D-603A4D8C64D4}"/>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7" name="Slide Number Placeholder 5">
            <a:extLst>
              <a:ext uri="{FF2B5EF4-FFF2-40B4-BE49-F238E27FC236}">
                <a16:creationId xmlns:a16="http://schemas.microsoft.com/office/drawing/2014/main" id="{142CC665-12AE-1AE9-0952-741FEFA5C505}"/>
              </a:ext>
            </a:extLst>
          </p:cNvPr>
          <p:cNvSpPr>
            <a:spLocks noGrp="1"/>
          </p:cNvSpPr>
          <p:nvPr>
            <p:ph type="sldNum" sz="quarter" idx="12"/>
          </p:nvPr>
        </p:nvSpPr>
        <p:spPr/>
        <p:txBody>
          <a:bodyPr/>
          <a:lstStyle>
            <a:lvl1pPr>
              <a:defRPr/>
            </a:lvl1pPr>
          </a:lstStyle>
          <a:p>
            <a:pPr>
              <a:defRPr/>
            </a:pPr>
            <a:fld id="{4D6AEF88-5F6E-4F47-9DF3-8A3D598B1C79}" type="slidenum">
              <a:rPr lang="en-US" altLang="en-US"/>
              <a:pPr>
                <a:defRPr/>
              </a:pPr>
              <a:t>‹#›</a:t>
            </a:fld>
            <a:endParaRPr lang="en-US" altLang="en-US"/>
          </a:p>
        </p:txBody>
      </p:sp>
    </p:spTree>
    <p:extLst>
      <p:ext uri="{BB962C8B-B14F-4D97-AF65-F5344CB8AC3E}">
        <p14:creationId xmlns:p14="http://schemas.microsoft.com/office/powerpoint/2010/main" val="20479992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93"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93"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3"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9CECD9B8-FA59-A2C9-4361-9012B186D352}"/>
              </a:ext>
            </a:extLst>
          </p:cNvPr>
          <p:cNvSpPr>
            <a:spLocks noGrp="1"/>
          </p:cNvSpPr>
          <p:nvPr>
            <p:ph type="dt" sz="half" idx="10"/>
          </p:nvPr>
        </p:nvSpPr>
        <p:spPr/>
        <p:txBody>
          <a:bodyPr/>
          <a:lstStyle>
            <a:lvl1pPr>
              <a:defRPr/>
            </a:lvl1pPr>
          </a:lstStyle>
          <a:p>
            <a:pPr>
              <a:defRPr/>
            </a:pPr>
            <a:fld id="{F8C36C3E-0851-474C-8177-C9E5CD99A098}" type="datetime1">
              <a:rPr lang="en-US"/>
              <a:pPr>
                <a:defRPr/>
              </a:pPr>
              <a:t>11/17/2025</a:t>
            </a:fld>
            <a:endParaRPr lang="en-US" dirty="0"/>
          </a:p>
        </p:txBody>
      </p:sp>
      <p:sp>
        <p:nvSpPr>
          <p:cNvPr id="8" name="Footer Placeholder 4">
            <a:extLst>
              <a:ext uri="{FF2B5EF4-FFF2-40B4-BE49-F238E27FC236}">
                <a16:creationId xmlns:a16="http://schemas.microsoft.com/office/drawing/2014/main" id="{30D88AB4-63B9-45F0-79A0-3744FFA38477}"/>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9" name="Slide Number Placeholder 5">
            <a:extLst>
              <a:ext uri="{FF2B5EF4-FFF2-40B4-BE49-F238E27FC236}">
                <a16:creationId xmlns:a16="http://schemas.microsoft.com/office/drawing/2014/main" id="{C3E05701-6A95-5292-E320-95944F135FF9}"/>
              </a:ext>
            </a:extLst>
          </p:cNvPr>
          <p:cNvSpPr>
            <a:spLocks noGrp="1"/>
          </p:cNvSpPr>
          <p:nvPr>
            <p:ph type="sldNum" sz="quarter" idx="12"/>
          </p:nvPr>
        </p:nvSpPr>
        <p:spPr/>
        <p:txBody>
          <a:bodyPr/>
          <a:lstStyle>
            <a:lvl1pPr>
              <a:defRPr/>
            </a:lvl1pPr>
          </a:lstStyle>
          <a:p>
            <a:pPr>
              <a:defRPr/>
            </a:pPr>
            <a:fld id="{4FE94632-CF1F-47A6-886A-ECB5C581AE44}" type="slidenum">
              <a:rPr lang="en-US" altLang="en-US"/>
              <a:pPr>
                <a:defRPr/>
              </a:pPr>
              <a:t>‹#›</a:t>
            </a:fld>
            <a:endParaRPr lang="en-US" altLang="en-US"/>
          </a:p>
        </p:txBody>
      </p:sp>
    </p:spTree>
    <p:extLst>
      <p:ext uri="{BB962C8B-B14F-4D97-AF65-F5344CB8AC3E}">
        <p14:creationId xmlns:p14="http://schemas.microsoft.com/office/powerpoint/2010/main" val="509909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67640C6-7993-10F8-8A2A-36A5587677E0}"/>
              </a:ext>
            </a:extLst>
          </p:cNvPr>
          <p:cNvSpPr>
            <a:spLocks noGrp="1"/>
          </p:cNvSpPr>
          <p:nvPr>
            <p:ph type="dt" sz="half" idx="10"/>
          </p:nvPr>
        </p:nvSpPr>
        <p:spPr/>
        <p:txBody>
          <a:bodyPr/>
          <a:lstStyle>
            <a:lvl1pPr>
              <a:defRPr/>
            </a:lvl1pPr>
          </a:lstStyle>
          <a:p>
            <a:pPr>
              <a:defRPr/>
            </a:pPr>
            <a:fld id="{56F9877B-AA32-4E5C-AEBC-10F6DDFC2DBC}" type="datetime1">
              <a:rPr lang="en-US"/>
              <a:pPr>
                <a:defRPr/>
              </a:pPr>
              <a:t>11/17/2025</a:t>
            </a:fld>
            <a:endParaRPr lang="en-US" dirty="0"/>
          </a:p>
        </p:txBody>
      </p:sp>
      <p:sp>
        <p:nvSpPr>
          <p:cNvPr id="4" name="Footer Placeholder 4">
            <a:extLst>
              <a:ext uri="{FF2B5EF4-FFF2-40B4-BE49-F238E27FC236}">
                <a16:creationId xmlns:a16="http://schemas.microsoft.com/office/drawing/2014/main" id="{C10F3A3B-E1E8-758C-F3AD-E55614FC8780}"/>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5" name="Slide Number Placeholder 5">
            <a:extLst>
              <a:ext uri="{FF2B5EF4-FFF2-40B4-BE49-F238E27FC236}">
                <a16:creationId xmlns:a16="http://schemas.microsoft.com/office/drawing/2014/main" id="{66F06142-7EE6-1262-4C08-C2FC3C60E0A9}"/>
              </a:ext>
            </a:extLst>
          </p:cNvPr>
          <p:cNvSpPr>
            <a:spLocks noGrp="1"/>
          </p:cNvSpPr>
          <p:nvPr>
            <p:ph type="sldNum" sz="quarter" idx="12"/>
          </p:nvPr>
        </p:nvSpPr>
        <p:spPr/>
        <p:txBody>
          <a:bodyPr/>
          <a:lstStyle>
            <a:lvl1pPr>
              <a:defRPr/>
            </a:lvl1pPr>
          </a:lstStyle>
          <a:p>
            <a:pPr>
              <a:defRPr/>
            </a:pPr>
            <a:fld id="{1E565BC9-0AFA-4BCC-BC12-DE6E40555791}" type="slidenum">
              <a:rPr lang="en-US" altLang="en-US"/>
              <a:pPr>
                <a:defRPr/>
              </a:pPr>
              <a:t>‹#›</a:t>
            </a:fld>
            <a:endParaRPr lang="en-US" altLang="en-US"/>
          </a:p>
        </p:txBody>
      </p:sp>
    </p:spTree>
    <p:extLst>
      <p:ext uri="{BB962C8B-B14F-4D97-AF65-F5344CB8AC3E}">
        <p14:creationId xmlns:p14="http://schemas.microsoft.com/office/powerpoint/2010/main" val="2020241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44257A5-2B30-7A39-992C-4876B23C8A8E}"/>
              </a:ext>
            </a:extLst>
          </p:cNvPr>
          <p:cNvSpPr>
            <a:spLocks noGrp="1"/>
          </p:cNvSpPr>
          <p:nvPr>
            <p:ph type="dt" sz="half" idx="10"/>
          </p:nvPr>
        </p:nvSpPr>
        <p:spPr/>
        <p:txBody>
          <a:bodyPr/>
          <a:lstStyle>
            <a:lvl1pPr>
              <a:defRPr/>
            </a:lvl1pPr>
          </a:lstStyle>
          <a:p>
            <a:pPr>
              <a:defRPr/>
            </a:pPr>
            <a:fld id="{89217C99-48DC-40AD-948D-752196A538BD}" type="datetime1">
              <a:rPr lang="en-US"/>
              <a:pPr>
                <a:defRPr/>
              </a:pPr>
              <a:t>11/17/2025</a:t>
            </a:fld>
            <a:endParaRPr lang="en-US" dirty="0"/>
          </a:p>
        </p:txBody>
      </p:sp>
      <p:sp>
        <p:nvSpPr>
          <p:cNvPr id="3" name="Footer Placeholder 4">
            <a:extLst>
              <a:ext uri="{FF2B5EF4-FFF2-40B4-BE49-F238E27FC236}">
                <a16:creationId xmlns:a16="http://schemas.microsoft.com/office/drawing/2014/main" id="{17A004FF-A5F1-0F1E-DA5D-30999F1CC213}"/>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4" name="Slide Number Placeholder 5">
            <a:extLst>
              <a:ext uri="{FF2B5EF4-FFF2-40B4-BE49-F238E27FC236}">
                <a16:creationId xmlns:a16="http://schemas.microsoft.com/office/drawing/2014/main" id="{10EE17E5-4036-5CFF-BC5B-A15D27A23A3E}"/>
              </a:ext>
            </a:extLst>
          </p:cNvPr>
          <p:cNvSpPr>
            <a:spLocks noGrp="1"/>
          </p:cNvSpPr>
          <p:nvPr>
            <p:ph type="sldNum" sz="quarter" idx="12"/>
          </p:nvPr>
        </p:nvSpPr>
        <p:spPr/>
        <p:txBody>
          <a:bodyPr/>
          <a:lstStyle>
            <a:lvl1pPr>
              <a:defRPr/>
            </a:lvl1pPr>
          </a:lstStyle>
          <a:p>
            <a:pPr>
              <a:defRPr/>
            </a:pPr>
            <a:fld id="{EEE24229-6E29-4053-8624-E8B2EF80C8CD}" type="slidenum">
              <a:rPr lang="en-US" altLang="en-US"/>
              <a:pPr>
                <a:defRPr/>
              </a:pPr>
              <a:t>‹#›</a:t>
            </a:fld>
            <a:endParaRPr lang="en-US" altLang="en-US"/>
          </a:p>
        </p:txBody>
      </p:sp>
    </p:spTree>
    <p:extLst>
      <p:ext uri="{BB962C8B-B14F-4D97-AF65-F5344CB8AC3E}">
        <p14:creationId xmlns:p14="http://schemas.microsoft.com/office/powerpoint/2010/main" val="3268284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6"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92"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1"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639C94AA-5A5C-ED4B-6123-A68E9DDC5C51}"/>
              </a:ext>
            </a:extLst>
          </p:cNvPr>
          <p:cNvSpPr>
            <a:spLocks noGrp="1"/>
          </p:cNvSpPr>
          <p:nvPr>
            <p:ph type="dt" sz="half" idx="10"/>
          </p:nvPr>
        </p:nvSpPr>
        <p:spPr/>
        <p:txBody>
          <a:bodyPr/>
          <a:lstStyle>
            <a:lvl1pPr>
              <a:defRPr/>
            </a:lvl1pPr>
          </a:lstStyle>
          <a:p>
            <a:pPr>
              <a:defRPr/>
            </a:pPr>
            <a:fld id="{7514F0DE-36EC-40C0-AACB-3A0BD0E1DCF3}" type="datetime1">
              <a:rPr lang="en-US"/>
              <a:pPr>
                <a:defRPr/>
              </a:pPr>
              <a:t>11/17/2025</a:t>
            </a:fld>
            <a:endParaRPr lang="en-US" dirty="0"/>
          </a:p>
        </p:txBody>
      </p:sp>
      <p:sp>
        <p:nvSpPr>
          <p:cNvPr id="6" name="Footer Placeholder 4">
            <a:extLst>
              <a:ext uri="{FF2B5EF4-FFF2-40B4-BE49-F238E27FC236}">
                <a16:creationId xmlns:a16="http://schemas.microsoft.com/office/drawing/2014/main" id="{93FB993B-B011-B54D-1804-E440CF8B5422}"/>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7" name="Slide Number Placeholder 5">
            <a:extLst>
              <a:ext uri="{FF2B5EF4-FFF2-40B4-BE49-F238E27FC236}">
                <a16:creationId xmlns:a16="http://schemas.microsoft.com/office/drawing/2014/main" id="{8FFD1BBF-DE34-ACCF-88E8-7D24B3AEBCB6}"/>
              </a:ext>
            </a:extLst>
          </p:cNvPr>
          <p:cNvSpPr>
            <a:spLocks noGrp="1"/>
          </p:cNvSpPr>
          <p:nvPr>
            <p:ph type="sldNum" sz="quarter" idx="12"/>
          </p:nvPr>
        </p:nvSpPr>
        <p:spPr/>
        <p:txBody>
          <a:bodyPr/>
          <a:lstStyle>
            <a:lvl1pPr>
              <a:defRPr/>
            </a:lvl1pPr>
          </a:lstStyle>
          <a:p>
            <a:pPr>
              <a:defRPr/>
            </a:pPr>
            <a:fld id="{F37BBB49-0F4C-4755-B406-B0E9C8CB344F}" type="slidenum">
              <a:rPr lang="en-US" altLang="en-US"/>
              <a:pPr>
                <a:defRPr/>
              </a:pPr>
              <a:t>‹#›</a:t>
            </a:fld>
            <a:endParaRPr lang="en-US" altLang="en-US"/>
          </a:p>
        </p:txBody>
      </p:sp>
    </p:spTree>
    <p:extLst>
      <p:ext uri="{BB962C8B-B14F-4D97-AF65-F5344CB8AC3E}">
        <p14:creationId xmlns:p14="http://schemas.microsoft.com/office/powerpoint/2010/main" val="5293819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6"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92" y="987425"/>
            <a:ext cx="6172201"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839791"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CB22DF6D-A1B1-3DFD-F7BA-5F43FB0332A2}"/>
              </a:ext>
            </a:extLst>
          </p:cNvPr>
          <p:cNvSpPr>
            <a:spLocks noGrp="1"/>
          </p:cNvSpPr>
          <p:nvPr>
            <p:ph type="dt" sz="half" idx="10"/>
          </p:nvPr>
        </p:nvSpPr>
        <p:spPr/>
        <p:txBody>
          <a:bodyPr/>
          <a:lstStyle>
            <a:lvl1pPr>
              <a:defRPr/>
            </a:lvl1pPr>
          </a:lstStyle>
          <a:p>
            <a:pPr>
              <a:defRPr/>
            </a:pPr>
            <a:fld id="{1542CE59-B486-465F-A0A4-E650C1A296E6}" type="datetime1">
              <a:rPr lang="en-US"/>
              <a:pPr>
                <a:defRPr/>
              </a:pPr>
              <a:t>11/17/2025</a:t>
            </a:fld>
            <a:endParaRPr lang="en-US" dirty="0"/>
          </a:p>
        </p:txBody>
      </p:sp>
      <p:sp>
        <p:nvSpPr>
          <p:cNvPr id="6" name="Footer Placeholder 4">
            <a:extLst>
              <a:ext uri="{FF2B5EF4-FFF2-40B4-BE49-F238E27FC236}">
                <a16:creationId xmlns:a16="http://schemas.microsoft.com/office/drawing/2014/main" id="{FD603E3E-4AE2-5EAD-A653-7C3E754FB4B2}"/>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7" name="Slide Number Placeholder 5">
            <a:extLst>
              <a:ext uri="{FF2B5EF4-FFF2-40B4-BE49-F238E27FC236}">
                <a16:creationId xmlns:a16="http://schemas.microsoft.com/office/drawing/2014/main" id="{95AA0E11-1FF1-F2BA-C55E-490CAF2D16E7}"/>
              </a:ext>
            </a:extLst>
          </p:cNvPr>
          <p:cNvSpPr>
            <a:spLocks noGrp="1"/>
          </p:cNvSpPr>
          <p:nvPr>
            <p:ph type="sldNum" sz="quarter" idx="12"/>
          </p:nvPr>
        </p:nvSpPr>
        <p:spPr/>
        <p:txBody>
          <a:bodyPr/>
          <a:lstStyle>
            <a:lvl1pPr>
              <a:defRPr/>
            </a:lvl1pPr>
          </a:lstStyle>
          <a:p>
            <a:pPr>
              <a:defRPr/>
            </a:pPr>
            <a:fld id="{BD3AD81C-A2DA-4149-982A-2B9FA40801BD}" type="slidenum">
              <a:rPr lang="en-US" altLang="en-US"/>
              <a:pPr>
                <a:defRPr/>
              </a:pPr>
              <a:t>‹#›</a:t>
            </a:fld>
            <a:endParaRPr lang="en-US" altLang="en-US"/>
          </a:p>
        </p:txBody>
      </p:sp>
    </p:spTree>
    <p:extLst>
      <p:ext uri="{BB962C8B-B14F-4D97-AF65-F5344CB8AC3E}">
        <p14:creationId xmlns:p14="http://schemas.microsoft.com/office/powerpoint/2010/main" val="4020049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6659B-41CF-1B70-350C-B458E6A54D52}"/>
              </a:ext>
            </a:extLst>
          </p:cNvPr>
          <p:cNvSpPr>
            <a:spLocks noGrp="1"/>
          </p:cNvSpPr>
          <p:nvPr>
            <p:ph type="dt" sz="half" idx="10"/>
          </p:nvPr>
        </p:nvSpPr>
        <p:spPr/>
        <p:txBody>
          <a:bodyPr/>
          <a:lstStyle>
            <a:lvl1pPr>
              <a:defRPr/>
            </a:lvl1pPr>
          </a:lstStyle>
          <a:p>
            <a:pPr>
              <a:defRPr/>
            </a:pPr>
            <a:fld id="{B5A56CCD-0FD7-407F-9B6E-8AA7C6BD9A1D}" type="datetime1">
              <a:rPr lang="en-US"/>
              <a:pPr>
                <a:defRPr/>
              </a:pPr>
              <a:t>11/17/2025</a:t>
            </a:fld>
            <a:endParaRPr lang="en-US" dirty="0"/>
          </a:p>
        </p:txBody>
      </p:sp>
      <p:sp>
        <p:nvSpPr>
          <p:cNvPr id="5" name="Footer Placeholder 4">
            <a:extLst>
              <a:ext uri="{FF2B5EF4-FFF2-40B4-BE49-F238E27FC236}">
                <a16:creationId xmlns:a16="http://schemas.microsoft.com/office/drawing/2014/main" id="{83357033-17CC-5A32-6EBB-2AD5CFC45C97}"/>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6" name="Slide Number Placeholder 5">
            <a:extLst>
              <a:ext uri="{FF2B5EF4-FFF2-40B4-BE49-F238E27FC236}">
                <a16:creationId xmlns:a16="http://schemas.microsoft.com/office/drawing/2014/main" id="{C723DE18-77A2-BE61-4386-650561C04321}"/>
              </a:ext>
            </a:extLst>
          </p:cNvPr>
          <p:cNvSpPr>
            <a:spLocks noGrp="1"/>
          </p:cNvSpPr>
          <p:nvPr>
            <p:ph type="sldNum" sz="quarter" idx="12"/>
          </p:nvPr>
        </p:nvSpPr>
        <p:spPr/>
        <p:txBody>
          <a:bodyPr/>
          <a:lstStyle>
            <a:lvl1pPr>
              <a:defRPr/>
            </a:lvl1pPr>
          </a:lstStyle>
          <a:p>
            <a:pPr>
              <a:defRPr/>
            </a:pPr>
            <a:fld id="{0392C1BA-2EBD-4FC5-84B1-197651A2E76E}" type="slidenum">
              <a:rPr lang="en-US" altLang="en-US"/>
              <a:pPr>
                <a:defRPr/>
              </a:pPr>
              <a:t>‹#›</a:t>
            </a:fld>
            <a:endParaRPr lang="en-US" altLang="en-US"/>
          </a:p>
        </p:txBody>
      </p:sp>
    </p:spTree>
    <p:extLst>
      <p:ext uri="{BB962C8B-B14F-4D97-AF65-F5344CB8AC3E}">
        <p14:creationId xmlns:p14="http://schemas.microsoft.com/office/powerpoint/2010/main" val="1782712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6FB77-EE98-A25E-CEEB-D02FB4036055}"/>
              </a:ext>
            </a:extLst>
          </p:cNvPr>
          <p:cNvSpPr>
            <a:spLocks noGrp="1"/>
          </p:cNvSpPr>
          <p:nvPr>
            <p:ph type="dt" sz="half" idx="10"/>
          </p:nvPr>
        </p:nvSpPr>
        <p:spPr/>
        <p:txBody>
          <a:bodyPr/>
          <a:lstStyle>
            <a:lvl1pPr>
              <a:defRPr/>
            </a:lvl1pPr>
          </a:lstStyle>
          <a:p>
            <a:pPr>
              <a:defRPr/>
            </a:pPr>
            <a:fld id="{69BD69EF-2CFE-46C1-96F0-E4647A8A0EF7}" type="datetime1">
              <a:rPr lang="en-US"/>
              <a:pPr>
                <a:defRPr/>
              </a:pPr>
              <a:t>11/17/2025</a:t>
            </a:fld>
            <a:endParaRPr lang="en-US" dirty="0"/>
          </a:p>
        </p:txBody>
      </p:sp>
      <p:sp>
        <p:nvSpPr>
          <p:cNvPr id="5" name="Footer Placeholder 4">
            <a:extLst>
              <a:ext uri="{FF2B5EF4-FFF2-40B4-BE49-F238E27FC236}">
                <a16:creationId xmlns:a16="http://schemas.microsoft.com/office/drawing/2014/main" id="{26016D82-0379-FED7-1355-E3F5EC06AFF6}"/>
              </a:ext>
            </a:extLst>
          </p:cNvPr>
          <p:cNvSpPr>
            <a:spLocks noGrp="1"/>
          </p:cNvSpPr>
          <p:nvPr>
            <p:ph type="ftr" sz="quarter" idx="11"/>
          </p:nvPr>
        </p:nvSpPr>
        <p:spPr/>
        <p:txBody>
          <a:bodyPr/>
          <a:lstStyle>
            <a:lvl1pPr>
              <a:defRPr/>
            </a:lvl1pPr>
          </a:lstStyle>
          <a:p>
            <a:pPr>
              <a:defRPr/>
            </a:pPr>
            <a:r>
              <a:rPr lang="en-US"/>
              <a:t>Batch No.: ____    &amp; Project Title:________________________________________________</a:t>
            </a:r>
            <a:endParaRPr lang="en-US" dirty="0"/>
          </a:p>
        </p:txBody>
      </p:sp>
      <p:sp>
        <p:nvSpPr>
          <p:cNvPr id="6" name="Slide Number Placeholder 5">
            <a:extLst>
              <a:ext uri="{FF2B5EF4-FFF2-40B4-BE49-F238E27FC236}">
                <a16:creationId xmlns:a16="http://schemas.microsoft.com/office/drawing/2014/main" id="{F342A3A4-4473-0F3F-3B97-F15453CD9423}"/>
              </a:ext>
            </a:extLst>
          </p:cNvPr>
          <p:cNvSpPr>
            <a:spLocks noGrp="1"/>
          </p:cNvSpPr>
          <p:nvPr>
            <p:ph type="sldNum" sz="quarter" idx="12"/>
          </p:nvPr>
        </p:nvSpPr>
        <p:spPr/>
        <p:txBody>
          <a:bodyPr/>
          <a:lstStyle>
            <a:lvl1pPr>
              <a:defRPr/>
            </a:lvl1pPr>
          </a:lstStyle>
          <a:p>
            <a:pPr>
              <a:defRPr/>
            </a:pPr>
            <a:fld id="{66C5CEDB-F0B0-4F74-91EC-83B29415F43D}" type="slidenum">
              <a:rPr lang="en-US" altLang="en-US"/>
              <a:pPr>
                <a:defRPr/>
              </a:pPr>
              <a:t>‹#›</a:t>
            </a:fld>
            <a:endParaRPr lang="en-US" altLang="en-US"/>
          </a:p>
        </p:txBody>
      </p:sp>
    </p:spTree>
    <p:extLst>
      <p:ext uri="{BB962C8B-B14F-4D97-AF65-F5344CB8AC3E}">
        <p14:creationId xmlns:p14="http://schemas.microsoft.com/office/powerpoint/2010/main" val="3096924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3472A6D-7C48-240B-355C-2611F6E361EE}"/>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0AA87C12-B751-01BC-2690-FE873013259B}"/>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E07AF265-2DBC-B278-2A87-6683CCECBD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B40C37D1-6344-46FB-88E8-732F625F249D}" type="datetime1">
              <a:rPr lang="en-US"/>
              <a:pPr>
                <a:defRPr/>
              </a:pPr>
              <a:t>11/17/2025</a:t>
            </a:fld>
            <a:endParaRPr lang="en-IN"/>
          </a:p>
        </p:txBody>
      </p:sp>
      <p:sp>
        <p:nvSpPr>
          <p:cNvPr id="5" name="Footer Placeholder 4">
            <a:extLst>
              <a:ext uri="{FF2B5EF4-FFF2-40B4-BE49-F238E27FC236}">
                <a16:creationId xmlns:a16="http://schemas.microsoft.com/office/drawing/2014/main" id="{491F618F-843A-6B9B-9904-F8E920C2CC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Batch No.: ____    &amp; Project Title:________________________________________________</a:t>
            </a:r>
            <a:endParaRPr lang="en-IN"/>
          </a:p>
        </p:txBody>
      </p:sp>
      <p:sp>
        <p:nvSpPr>
          <p:cNvPr id="6" name="Slide Number Placeholder 5">
            <a:extLst>
              <a:ext uri="{FF2B5EF4-FFF2-40B4-BE49-F238E27FC236}">
                <a16:creationId xmlns:a16="http://schemas.microsoft.com/office/drawing/2014/main" id="{90916986-4042-8E02-A9C8-6C14CE91DE79}"/>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037BF77C-4722-4DE0-A756-2C92E4990BD4}"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56D0023-B197-AD06-215A-75F5BE5DFB88}"/>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DDA05CD0-5ABA-74F9-08F5-1EDA1D5DD7E3}"/>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F15B0A4-9016-D2C4-B355-B49B45B273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prstClr val="black">
                    <a:tint val="75000"/>
                  </a:prstClr>
                </a:solidFill>
                <a:latin typeface="+mn-lt"/>
              </a:defRPr>
            </a:lvl1pPr>
          </a:lstStyle>
          <a:p>
            <a:pPr>
              <a:defRPr/>
            </a:pPr>
            <a:fld id="{B51AEE41-CCC2-47B0-8B98-321DA8AA2FA7}" type="datetime1">
              <a:rPr lang="en-US"/>
              <a:pPr>
                <a:defRPr/>
              </a:pPr>
              <a:t>11/17/2025</a:t>
            </a:fld>
            <a:endParaRPr lang="en-US" dirty="0"/>
          </a:p>
        </p:txBody>
      </p:sp>
      <p:sp>
        <p:nvSpPr>
          <p:cNvPr id="5" name="Footer Placeholder 4">
            <a:extLst>
              <a:ext uri="{FF2B5EF4-FFF2-40B4-BE49-F238E27FC236}">
                <a16:creationId xmlns:a16="http://schemas.microsoft.com/office/drawing/2014/main" id="{498464B8-C052-BEB7-77DA-7788A347DC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defRPr>
            </a:lvl1pPr>
          </a:lstStyle>
          <a:p>
            <a:pPr>
              <a:defRPr/>
            </a:pPr>
            <a:r>
              <a:rPr lang="en-US"/>
              <a:t>Batch No.: ____    &amp; Project Title:________________________________________________</a:t>
            </a:r>
            <a:endParaRPr lang="en-US" dirty="0"/>
          </a:p>
        </p:txBody>
      </p:sp>
      <p:sp>
        <p:nvSpPr>
          <p:cNvPr id="6" name="Slide Number Placeholder 5">
            <a:extLst>
              <a:ext uri="{FF2B5EF4-FFF2-40B4-BE49-F238E27FC236}">
                <a16:creationId xmlns:a16="http://schemas.microsoft.com/office/drawing/2014/main" id="{A7670033-D617-05F9-5887-FDA50A7BFD35}"/>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9F3A8488-A1C3-4246-A13B-99B32EC836A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hyperlink" Target="https://doi.org/10.1177/09544097251314907" TargetMode="Externa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2">
            <a:extLst>
              <a:ext uri="{FF2B5EF4-FFF2-40B4-BE49-F238E27FC236}">
                <a16:creationId xmlns:a16="http://schemas.microsoft.com/office/drawing/2014/main" id="{2468C8E2-18A7-EC92-5BED-7C334B9C82A2}"/>
              </a:ext>
            </a:extLst>
          </p:cNvPr>
          <p:cNvSpPr txBox="1">
            <a:spLocks noChangeArrowheads="1"/>
          </p:cNvSpPr>
          <p:nvPr/>
        </p:nvSpPr>
        <p:spPr bwMode="auto">
          <a:xfrm>
            <a:off x="1625600" y="185738"/>
            <a:ext cx="8940800"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a:latin typeface="Times New Roman" panose="02020603050405020304" pitchFamily="18" charset="0"/>
                <a:cs typeface="Times New Roman" panose="02020603050405020304" pitchFamily="18" charset="0"/>
              </a:rPr>
              <a:t>SRM VALLIAMMAI ENGINEERING COLLEGE</a:t>
            </a:r>
          </a:p>
          <a:p>
            <a:pPr eaLnBrk="1" hangingPunct="1">
              <a:lnSpc>
                <a:spcPct val="100000"/>
              </a:lnSpc>
              <a:spcBef>
                <a:spcPct val="0"/>
              </a:spcBef>
              <a:buFontTx/>
              <a:buNone/>
            </a:pPr>
            <a:r>
              <a:rPr lang="en-US" altLang="en-US" sz="2400" b="1">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(An Autonomous Institution)</a:t>
            </a:r>
          </a:p>
          <a:p>
            <a:pPr eaLnBrk="1" hangingPunct="1">
              <a:lnSpc>
                <a:spcPct val="100000"/>
              </a:lnSpc>
              <a:spcBef>
                <a:spcPct val="0"/>
              </a:spcBef>
              <a:buFontTx/>
              <a:buNone/>
            </a:pPr>
            <a:r>
              <a:rPr lang="en-US" altLang="en-US" sz="1800">
                <a:latin typeface="Times New Roman" panose="02020603050405020304" pitchFamily="18" charset="0"/>
                <a:cs typeface="Times New Roman" panose="02020603050405020304" pitchFamily="18" charset="0"/>
              </a:rPr>
              <a:t>                                      SRM Nagar, Kattankulathur-603203</a:t>
            </a:r>
          </a:p>
          <a:p>
            <a:pPr eaLnBrk="1" hangingPunct="1">
              <a:lnSpc>
                <a:spcPct val="100000"/>
              </a:lnSpc>
              <a:spcBef>
                <a:spcPct val="0"/>
              </a:spcBef>
              <a:buFontTx/>
              <a:buNone/>
            </a:pPr>
            <a:endParaRPr lang="en-US" altLang="en-US" sz="1800"/>
          </a:p>
        </p:txBody>
      </p:sp>
      <p:sp>
        <p:nvSpPr>
          <p:cNvPr id="7" name="TextBox 6">
            <a:extLst>
              <a:ext uri="{FF2B5EF4-FFF2-40B4-BE49-F238E27FC236}">
                <a16:creationId xmlns:a16="http://schemas.microsoft.com/office/drawing/2014/main" id="{969A42A9-B446-7C4E-E2DD-43AD96D7732F}"/>
              </a:ext>
            </a:extLst>
          </p:cNvPr>
          <p:cNvSpPr txBox="1"/>
          <p:nvPr/>
        </p:nvSpPr>
        <p:spPr>
          <a:xfrm>
            <a:off x="304800" y="1670050"/>
            <a:ext cx="11480800" cy="4570482"/>
          </a:xfrm>
          <a:prstGeom prst="rect">
            <a:avLst/>
          </a:prstGeom>
          <a:noFill/>
        </p:spPr>
        <p:txBody>
          <a:bodyPr lIns="91440" tIns="45720" rIns="91440" bIns="45720" anchor="t">
            <a:spAutoFit/>
          </a:bodyPr>
          <a:lstStyle/>
          <a:p>
            <a:pPr algn="ctr" eaLnBrk="1" fontAlgn="auto" hangingPunct="1">
              <a:spcBef>
                <a:spcPts val="0"/>
              </a:spcBef>
              <a:spcAft>
                <a:spcPts val="0"/>
              </a:spcAft>
              <a:defRPr/>
            </a:pPr>
            <a:r>
              <a:rPr lang="en-US" b="1" dirty="0">
                <a:latin typeface="+mn-lt"/>
              </a:rPr>
              <a:t> </a:t>
            </a:r>
            <a:r>
              <a:rPr lang="en-US" sz="2400" b="1" dirty="0">
                <a:latin typeface="Times New Roman" panose="02020603050405020304" pitchFamily="18" charset="0"/>
                <a:cs typeface="Times New Roman" panose="02020603050405020304" pitchFamily="18" charset="0"/>
              </a:rPr>
              <a:t>Department of Electronics &amp; Communication Engineering</a:t>
            </a:r>
          </a:p>
          <a:p>
            <a:pPr algn="ctr" eaLnBrk="1" fontAlgn="auto" hangingPunct="1">
              <a:lnSpc>
                <a:spcPct val="150000"/>
              </a:lnSpc>
              <a:spcBef>
                <a:spcPts val="0"/>
              </a:spcBef>
              <a:spcAft>
                <a:spcPts val="0"/>
              </a:spcAft>
              <a:defRPr/>
            </a:pPr>
            <a:r>
              <a:rPr lang="en-US" sz="2400" b="1" dirty="0">
                <a:latin typeface="Times New Roman" panose="02020603050405020304" pitchFamily="18" charset="0"/>
                <a:cs typeface="Times New Roman" panose="02020603050405020304" pitchFamily="18" charset="0"/>
              </a:rPr>
              <a:t>1906709 – Project work – Phase I </a:t>
            </a:r>
          </a:p>
          <a:p>
            <a:pPr algn="ctr" eaLnBrk="1" fontAlgn="auto" hangingPunct="1">
              <a:lnSpc>
                <a:spcPct val="150000"/>
              </a:lnSpc>
              <a:spcBef>
                <a:spcPts val="0"/>
              </a:spcBef>
              <a:spcAft>
                <a:spcPts val="0"/>
              </a:spcAft>
              <a:defRPr/>
            </a:pPr>
            <a:r>
              <a:rPr lang="en-US" sz="2000" b="1" dirty="0">
                <a:latin typeface="Times New Roman"/>
                <a:cs typeface="Times New Roman"/>
              </a:rPr>
              <a:t>RAILGUARD: </a:t>
            </a:r>
            <a:br>
              <a:rPr lang="en-US" sz="2000" b="1" dirty="0">
                <a:latin typeface="Times New Roman"/>
                <a:cs typeface="Times New Roman"/>
              </a:rPr>
            </a:br>
            <a:r>
              <a:rPr lang="en-US" sz="2000" b="1" dirty="0">
                <a:latin typeface="Times New Roman"/>
                <a:cs typeface="Times New Roman"/>
              </a:rPr>
              <a:t>INTELLIGENT DETECTION OF TRACK MISALIGNMENTS DUE TO THERMAL STRESS</a:t>
            </a:r>
            <a:br>
              <a:rPr lang="en-US" sz="2000" i="1" dirty="0">
                <a:latin typeface="Times New Roman"/>
              </a:rPr>
            </a:br>
            <a:endParaRPr lang="en-US" sz="2000" i="1" dirty="0">
              <a:solidFill>
                <a:schemeClr val="accent1">
                  <a:lumMod val="75000"/>
                </a:schemeClr>
              </a:solidFill>
              <a:latin typeface="Times New Roman"/>
              <a:ea typeface="Calibri"/>
              <a:cs typeface="Calibri"/>
            </a:endParaRPr>
          </a:p>
          <a:p>
            <a:pPr algn="ctr" eaLnBrk="1" fontAlgn="auto" hangingPunct="1">
              <a:lnSpc>
                <a:spcPct val="150000"/>
              </a:lnSpc>
              <a:spcBef>
                <a:spcPts val="0"/>
              </a:spcBef>
              <a:spcAft>
                <a:spcPts val="0"/>
              </a:spcAft>
              <a:defRPr/>
            </a:pPr>
            <a:endParaRPr lang="en-US" i="1" dirty="0">
              <a:solidFill>
                <a:schemeClr val="accent1">
                  <a:lumMod val="75000"/>
                </a:schemeClr>
              </a:solidFill>
              <a:latin typeface="+mn-lt"/>
            </a:endParaRPr>
          </a:p>
          <a:p>
            <a:pPr algn="ctr" eaLnBrk="1" fontAlgn="auto" hangingPunct="1">
              <a:lnSpc>
                <a:spcPct val="150000"/>
              </a:lnSpc>
              <a:spcBef>
                <a:spcPts val="0"/>
              </a:spcBef>
              <a:spcAft>
                <a:spcPts val="0"/>
              </a:spcAft>
              <a:defRPr/>
            </a:pPr>
            <a:endParaRPr lang="en-US" i="1" dirty="0">
              <a:solidFill>
                <a:schemeClr val="accent1">
                  <a:lumMod val="75000"/>
                </a:schemeClr>
              </a:solidFill>
              <a:latin typeface="+mn-lt"/>
            </a:endParaRPr>
          </a:p>
          <a:p>
            <a:pPr algn="ctr" eaLnBrk="1" fontAlgn="auto" hangingPunct="1">
              <a:lnSpc>
                <a:spcPct val="150000"/>
              </a:lnSpc>
              <a:spcBef>
                <a:spcPts val="0"/>
              </a:spcBef>
              <a:spcAft>
                <a:spcPts val="0"/>
              </a:spcAft>
              <a:defRPr/>
            </a:pPr>
            <a:endParaRPr lang="en-US" i="1" dirty="0">
              <a:solidFill>
                <a:schemeClr val="accent1">
                  <a:lumMod val="75000"/>
                </a:schemeClr>
              </a:solidFill>
              <a:latin typeface="+mn-lt"/>
            </a:endParaRPr>
          </a:p>
          <a:p>
            <a:pPr algn="ctr" eaLnBrk="1" fontAlgn="auto" hangingPunct="1">
              <a:spcBef>
                <a:spcPts val="0"/>
              </a:spcBef>
              <a:spcAft>
                <a:spcPts val="0"/>
              </a:spcAft>
              <a:defRPr/>
            </a:pPr>
            <a:endParaRPr lang="en-US" b="1" dirty="0">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US" b="1" dirty="0">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US" sz="2400" dirty="0">
              <a:latin typeface="+mn-lt"/>
            </a:endParaRPr>
          </a:p>
        </p:txBody>
      </p:sp>
      <p:sp>
        <p:nvSpPr>
          <p:cNvPr id="4100" name="Rectangle 7">
            <a:extLst>
              <a:ext uri="{FF2B5EF4-FFF2-40B4-BE49-F238E27FC236}">
                <a16:creationId xmlns:a16="http://schemas.microsoft.com/office/drawing/2014/main" id="{20A44CB8-D6FF-2169-099C-9C13A1D7C406}"/>
              </a:ext>
            </a:extLst>
          </p:cNvPr>
          <p:cNvSpPr>
            <a:spLocks noChangeArrowheads="1"/>
          </p:cNvSpPr>
          <p:nvPr/>
        </p:nvSpPr>
        <p:spPr bwMode="auto">
          <a:xfrm>
            <a:off x="471488" y="4179888"/>
            <a:ext cx="407035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800" b="1" dirty="0">
                <a:latin typeface="Times New Roman"/>
                <a:cs typeface="Times New Roman"/>
              </a:rPr>
              <a:t>Under the Supervision of</a:t>
            </a:r>
          </a:p>
          <a:p>
            <a:pPr algn="ctr" eaLnBrk="1" hangingPunct="1">
              <a:lnSpc>
                <a:spcPct val="100000"/>
              </a:lnSpc>
              <a:spcBef>
                <a:spcPct val="0"/>
              </a:spcBef>
              <a:buFontTx/>
              <a:buNone/>
            </a:pPr>
            <a:endParaRPr lang="en-US" altLang="en-US" sz="18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None/>
            </a:pPr>
            <a:r>
              <a:rPr lang="en-US" altLang="en-US" sz="2000" dirty="0">
                <a:latin typeface="Times New Roman"/>
                <a:cs typeface="Times New Roman"/>
              </a:rPr>
              <a:t>Dr. S. R. Preethi,</a:t>
            </a:r>
            <a:endParaRPr lang="en-US" altLang="en-US" sz="20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None/>
            </a:pPr>
            <a:r>
              <a:rPr lang="en-US" altLang="en-US" sz="2000" dirty="0">
                <a:latin typeface="Times New Roman"/>
                <a:cs typeface="Times New Roman"/>
              </a:rPr>
              <a:t>Associate Professor,</a:t>
            </a:r>
          </a:p>
          <a:p>
            <a:pPr algn="ctr">
              <a:lnSpc>
                <a:spcPct val="100000"/>
              </a:lnSpc>
              <a:spcBef>
                <a:spcPct val="0"/>
              </a:spcBef>
              <a:buNone/>
            </a:pPr>
            <a:r>
              <a:rPr lang="en-US" altLang="en-US" sz="2000" dirty="0">
                <a:latin typeface="Times New Roman"/>
                <a:cs typeface="Times New Roman"/>
              </a:rPr>
              <a:t>ECE Department.</a:t>
            </a:r>
          </a:p>
          <a:p>
            <a:pPr eaLnBrk="1" hangingPunct="1">
              <a:lnSpc>
                <a:spcPct val="100000"/>
              </a:lnSpc>
              <a:spcBef>
                <a:spcPct val="0"/>
              </a:spcBef>
              <a:buNone/>
            </a:pPr>
            <a:endParaRPr lang="en-US" altLang="en-US" sz="1800" b="1">
              <a:ea typeface="Calibri" panose="020F0502020204030204" pitchFamily="34" charset="0"/>
              <a:cs typeface="Calibri" panose="020F0502020204030204" pitchFamily="34" charset="0"/>
            </a:endParaRPr>
          </a:p>
        </p:txBody>
      </p:sp>
      <p:sp>
        <p:nvSpPr>
          <p:cNvPr id="4101" name="TextBox 9">
            <a:extLst>
              <a:ext uri="{FF2B5EF4-FFF2-40B4-BE49-F238E27FC236}">
                <a16:creationId xmlns:a16="http://schemas.microsoft.com/office/drawing/2014/main" id="{4B0EA7D2-FA49-CFCA-F555-CCB48A5FF095}"/>
              </a:ext>
            </a:extLst>
          </p:cNvPr>
          <p:cNvSpPr txBox="1">
            <a:spLocks noChangeArrowheads="1"/>
          </p:cNvSpPr>
          <p:nvPr/>
        </p:nvSpPr>
        <p:spPr bwMode="auto">
          <a:xfrm>
            <a:off x="6432883" y="3955299"/>
            <a:ext cx="5008064"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8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r>
              <a:rPr lang="en-US" altLang="en-US" sz="1800" b="1" dirty="0">
                <a:latin typeface="Times New Roman"/>
                <a:cs typeface="Times New Roman"/>
              </a:rPr>
              <a:t>Presented By</a:t>
            </a:r>
          </a:p>
          <a:p>
            <a:pPr algn="ctr" eaLnBrk="1" hangingPunct="1">
              <a:lnSpc>
                <a:spcPct val="100000"/>
              </a:lnSpc>
              <a:spcBef>
                <a:spcPct val="0"/>
              </a:spcBef>
              <a:buNone/>
            </a:pPr>
            <a:endParaRPr lang="en-US" altLang="en-US" sz="1800" dirty="0">
              <a:latin typeface="Times New Roman" panose="02020603050405020304" pitchFamily="18" charset="0"/>
              <a:cs typeface="Times New Roman" panose="02020603050405020304" pitchFamily="18" charset="0"/>
            </a:endParaRPr>
          </a:p>
          <a:p>
            <a:pPr>
              <a:lnSpc>
                <a:spcPct val="100000"/>
              </a:lnSpc>
              <a:spcBef>
                <a:spcPct val="0"/>
              </a:spcBef>
              <a:buFont typeface="Arial" panose="020B0604020202020204" pitchFamily="34" charset="0"/>
              <a:buNone/>
            </a:pPr>
            <a:r>
              <a:rPr lang="en-US" altLang="en-US" sz="2000" dirty="0">
                <a:latin typeface="Times New Roman"/>
                <a:cs typeface="Times New Roman"/>
              </a:rPr>
              <a:t>142222106100-PAVITHRA D</a:t>
            </a:r>
            <a:endParaRPr lang="en-US" dirty="0">
              <a:ea typeface="Calibri" panose="020F0502020204030204" pitchFamily="34" charset="0"/>
              <a:cs typeface="Calibri" panose="020F0502020204030204" pitchFamily="34" charset="0"/>
            </a:endParaRPr>
          </a:p>
          <a:p>
            <a:pPr eaLnBrk="1" hangingPunct="1">
              <a:lnSpc>
                <a:spcPct val="100000"/>
              </a:lnSpc>
              <a:spcBef>
                <a:spcPct val="0"/>
              </a:spcBef>
              <a:buNone/>
            </a:pPr>
            <a:r>
              <a:rPr lang="en-US" altLang="en-US" sz="2000" dirty="0">
                <a:latin typeface="Times New Roman"/>
                <a:cs typeface="Times New Roman"/>
              </a:rPr>
              <a:t>142222106104-PRANAY SENDHILKUMAR</a:t>
            </a:r>
          </a:p>
          <a:p>
            <a:pPr>
              <a:lnSpc>
                <a:spcPct val="100000"/>
              </a:lnSpc>
              <a:spcBef>
                <a:spcPct val="0"/>
              </a:spcBef>
              <a:buNone/>
            </a:pPr>
            <a:r>
              <a:rPr lang="en-US" altLang="en-US" sz="2000" dirty="0">
                <a:latin typeface="Times New Roman"/>
                <a:cs typeface="Times New Roman"/>
              </a:rPr>
              <a:t>142222106110-PRIYADARSINI S</a:t>
            </a:r>
          </a:p>
          <a:p>
            <a:pPr>
              <a:lnSpc>
                <a:spcPct val="100000"/>
              </a:lnSpc>
              <a:spcBef>
                <a:spcPct val="0"/>
              </a:spcBef>
              <a:buNone/>
            </a:pPr>
            <a:r>
              <a:rPr lang="en-US" altLang="en-US" sz="2000" dirty="0">
                <a:latin typeface="Times New Roman"/>
                <a:cs typeface="Times New Roman"/>
              </a:rPr>
              <a:t>142222106120-REHAN AHAMED E.</a:t>
            </a:r>
          </a:p>
        </p:txBody>
      </p:sp>
      <p:pic>
        <p:nvPicPr>
          <p:cNvPr id="4102" name="Picture 8">
            <a:extLst>
              <a:ext uri="{FF2B5EF4-FFF2-40B4-BE49-F238E27FC236}">
                <a16:creationId xmlns:a16="http://schemas.microsoft.com/office/drawing/2014/main" id="{BAF18D8F-F9FB-1767-6623-A99946B6E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10" descr="vec logo">
            <a:extLst>
              <a:ext uri="{FF2B5EF4-FFF2-40B4-BE49-F238E27FC236}">
                <a16:creationId xmlns:a16="http://schemas.microsoft.com/office/drawing/2014/main" id="{871B434C-0BBC-4F9F-5D79-8D9BC29409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6763" y="195263"/>
            <a:ext cx="103981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4" name="Slide Number Placeholder 4">
            <a:extLst>
              <a:ext uri="{FF2B5EF4-FFF2-40B4-BE49-F238E27FC236}">
                <a16:creationId xmlns:a16="http://schemas.microsoft.com/office/drawing/2014/main" id="{6D0A5D1F-7CC3-BB18-E95C-C38F6A8AAB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A92E6DB9-61EC-4630-8061-1618C5224795}" type="slidenum">
              <a:rPr lang="en-IN" altLang="en-US" sz="1200">
                <a:solidFill>
                  <a:srgbClr val="898989"/>
                </a:solidFill>
              </a:rPr>
              <a:pPr>
                <a:lnSpc>
                  <a:spcPct val="100000"/>
                </a:lnSpc>
                <a:spcBef>
                  <a:spcPct val="0"/>
                </a:spcBef>
                <a:buFontTx/>
                <a:buNone/>
              </a:pPr>
              <a:t>1</a:t>
            </a:fld>
            <a:endParaRPr lang="en-IN" altLang="en-US" sz="1200">
              <a:solidFill>
                <a:srgbClr val="898989"/>
              </a:solidFill>
            </a:endParaRPr>
          </a:p>
        </p:txBody>
      </p:sp>
      <p:sp>
        <p:nvSpPr>
          <p:cNvPr id="4" name="Footer Placeholder 3">
            <a:extLst>
              <a:ext uri="{FF2B5EF4-FFF2-40B4-BE49-F238E27FC236}">
                <a16:creationId xmlns:a16="http://schemas.microsoft.com/office/drawing/2014/main" id="{91878F76-1D3C-5B9C-8CD3-DA976AEBA444}"/>
              </a:ext>
            </a:extLst>
          </p:cNvPr>
          <p:cNvSpPr>
            <a:spLocks noGrp="1"/>
          </p:cNvSpPr>
          <p:nvPr>
            <p:ph type="ftr" sz="quarter" idx="11"/>
          </p:nvPr>
        </p:nvSpPr>
        <p:spPr>
          <a:xfrm>
            <a:off x="2841625" y="6356350"/>
            <a:ext cx="7724775" cy="365125"/>
          </a:xfrm>
        </p:spPr>
        <p:txBody>
          <a:bodyPr/>
          <a:lstStyle/>
          <a:p>
            <a:pPr>
              <a:defRPr/>
            </a:pPr>
            <a:r>
              <a:rPr lang="en-US" dirty="0"/>
              <a:t>Batch No: 13    &amp; Project Title: </a:t>
            </a:r>
            <a:r>
              <a:rPr lang="en-US" dirty="0" err="1"/>
              <a:t>RailGuard</a:t>
            </a:r>
            <a:endParaRPr lang="en-IN" dirty="0" err="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1">
            <a:extLst>
              <a:ext uri="{FF2B5EF4-FFF2-40B4-BE49-F238E27FC236}">
                <a16:creationId xmlns:a16="http://schemas.microsoft.com/office/drawing/2014/main" id="{8E748D9A-1809-89B3-6D6A-68BF66A7A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2" descr="vec logo">
            <a:extLst>
              <a:ext uri="{FF2B5EF4-FFF2-40B4-BE49-F238E27FC236}">
                <a16:creationId xmlns:a16="http://schemas.microsoft.com/office/drawing/2014/main" id="{2577E188-1911-4355-5471-79E13CA67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6763" y="195263"/>
            <a:ext cx="103981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extBox 3">
            <a:extLst>
              <a:ext uri="{FF2B5EF4-FFF2-40B4-BE49-F238E27FC236}">
                <a16:creationId xmlns:a16="http://schemas.microsoft.com/office/drawing/2014/main" id="{E75C36FC-90A0-ABF2-EB01-9E10CE9E14E3}"/>
              </a:ext>
            </a:extLst>
          </p:cNvPr>
          <p:cNvSpPr txBox="1">
            <a:spLocks noChangeArrowheads="1"/>
          </p:cNvSpPr>
          <p:nvPr/>
        </p:nvSpPr>
        <p:spPr bwMode="auto">
          <a:xfrm>
            <a:off x="2011363" y="469900"/>
            <a:ext cx="81915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PRESENTATION OUTLINE</a:t>
            </a:r>
          </a:p>
        </p:txBody>
      </p:sp>
      <p:sp>
        <p:nvSpPr>
          <p:cNvPr id="5" name="TextBox 4">
            <a:extLst>
              <a:ext uri="{FF2B5EF4-FFF2-40B4-BE49-F238E27FC236}">
                <a16:creationId xmlns:a16="http://schemas.microsoft.com/office/drawing/2014/main" id="{1E2225EF-DFCB-B897-CDF9-FFBB0A40AA66}"/>
              </a:ext>
            </a:extLst>
          </p:cNvPr>
          <p:cNvSpPr txBox="1"/>
          <p:nvPr/>
        </p:nvSpPr>
        <p:spPr>
          <a:xfrm>
            <a:off x="471488" y="1281212"/>
            <a:ext cx="11219067" cy="5078313"/>
          </a:xfrm>
          <a:prstGeom prst="rect">
            <a:avLst/>
          </a:prstGeom>
          <a:noFill/>
        </p:spPr>
        <p:txBody>
          <a:bodyPr wrap="square" lIns="91440" tIns="45720" rIns="91440" bIns="45720" anchor="t">
            <a:spAutoFit/>
          </a:bodyPr>
          <a:lstStyle/>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Aim</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Objectives</a:t>
            </a:r>
          </a:p>
          <a:p>
            <a:pPr marL="514350" indent="-514350">
              <a:spcBef>
                <a:spcPts val="0"/>
              </a:spcBef>
              <a:spcAft>
                <a:spcPts val="0"/>
              </a:spcAft>
              <a:buFont typeface="Arial" panose="020B0604020202020204" pitchFamily="34" charset="0"/>
              <a:buChar char="•"/>
              <a:defRPr/>
            </a:pPr>
            <a:r>
              <a:rPr lang="en-US" sz="2000" dirty="0">
                <a:latin typeface="Times New Roman"/>
                <a:cs typeface="Times New Roman"/>
              </a:rPr>
              <a:t>Literature Survey</a:t>
            </a:r>
          </a:p>
          <a:p>
            <a:pPr marL="514350" indent="-514350">
              <a:spcBef>
                <a:spcPts val="0"/>
              </a:spcBef>
              <a:spcAft>
                <a:spcPts val="0"/>
              </a:spcAft>
              <a:buFont typeface="Arial" panose="020B0604020202020204" pitchFamily="34" charset="0"/>
              <a:buChar char="•"/>
              <a:defRPr/>
            </a:pPr>
            <a:r>
              <a:rPr lang="en-US" sz="2000" dirty="0">
                <a:latin typeface="Times New Roman"/>
                <a:cs typeface="Times New Roman"/>
              </a:rPr>
              <a:t>Summary of Literature Survey</a:t>
            </a:r>
          </a:p>
          <a:p>
            <a:pPr marL="514350" indent="-514350">
              <a:spcBef>
                <a:spcPts val="0"/>
              </a:spcBef>
              <a:spcAft>
                <a:spcPts val="0"/>
              </a:spcAft>
              <a:buFont typeface="Arial" panose="020B0604020202020204" pitchFamily="34" charset="0"/>
              <a:buChar char="•"/>
              <a:defRPr/>
            </a:pPr>
            <a:r>
              <a:rPr lang="en-US" sz="2000" dirty="0">
                <a:latin typeface="Times New Roman"/>
                <a:cs typeface="Times New Roman"/>
              </a:rPr>
              <a:t>Base Paper Details</a:t>
            </a:r>
          </a:p>
          <a:p>
            <a:pPr marL="514350" indent="-514350">
              <a:spcBef>
                <a:spcPts val="0"/>
              </a:spcBef>
              <a:spcAft>
                <a:spcPts val="0"/>
              </a:spcAft>
              <a:buFont typeface="Arial" panose="020B0604020202020204" pitchFamily="34" charset="0"/>
              <a:buChar char="•"/>
              <a:defRPr/>
            </a:pPr>
            <a:r>
              <a:rPr lang="en-US" sz="2000" dirty="0">
                <a:latin typeface="Times New Roman"/>
                <a:cs typeface="Times New Roman"/>
              </a:rPr>
              <a:t>Flow Diagram</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Hardware and Software Components</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Base Setup of the project</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Base Output of the project</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Initial calibration readings and test results</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Configuration File Preparation</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Final Configuration File Code</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Breakdown of the Configuration File code</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Work Plan </a:t>
            </a:r>
          </a:p>
          <a:p>
            <a:pPr marL="514350" indent="-514350" eaLnBrk="1" fontAlgn="auto" hangingPunct="1">
              <a:spcBef>
                <a:spcPts val="0"/>
              </a:spcBef>
              <a:spcAft>
                <a:spcPts val="0"/>
              </a:spcAft>
              <a:buFont typeface="Arial" panose="020B0604020202020204" pitchFamily="34" charset="0"/>
              <a:buChar char="•"/>
              <a:defRPr/>
            </a:pPr>
            <a:r>
              <a:rPr lang="en-US" sz="2000" dirty="0">
                <a:latin typeface="Times New Roman"/>
                <a:cs typeface="Times New Roman"/>
              </a:rPr>
              <a:t>References </a:t>
            </a:r>
          </a:p>
          <a:p>
            <a:pPr algn="just" eaLnBrk="1" fontAlgn="auto" hangingPunct="1">
              <a:spcBef>
                <a:spcPts val="0"/>
              </a:spcBef>
              <a:spcAft>
                <a:spcPts val="0"/>
              </a:spcAft>
              <a:defRPr/>
            </a:pPr>
            <a:endParaRPr lang="en-US" sz="2400" dirty="0">
              <a:latin typeface="Times New Roman" panose="02020603050405020304" pitchFamily="18" charset="0"/>
              <a:cs typeface="Times New Roman" panose="02020603050405020304" pitchFamily="18" charset="0"/>
            </a:endParaRPr>
          </a:p>
        </p:txBody>
      </p:sp>
      <p:sp>
        <p:nvSpPr>
          <p:cNvPr id="6150" name="Footer Placeholder 7">
            <a:extLst>
              <a:ext uri="{FF2B5EF4-FFF2-40B4-BE49-F238E27FC236}">
                <a16:creationId xmlns:a16="http://schemas.microsoft.com/office/drawing/2014/main" id="{5DB07478-4733-AF8A-9054-A7060165825D}"/>
              </a:ext>
            </a:extLst>
          </p:cNvPr>
          <p:cNvSpPr>
            <a:spLocks noGrp="1"/>
          </p:cNvSpPr>
          <p:nvPr>
            <p:ph type="ftr" sz="quarter" idx="11"/>
          </p:nvPr>
        </p:nvSpPr>
        <p:spPr bwMode="auto">
          <a:xfrm>
            <a:off x="696913" y="6356350"/>
            <a:ext cx="10412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l" fontAlgn="base">
              <a:lnSpc>
                <a:spcPct val="100000"/>
              </a:lnSpc>
              <a:spcBef>
                <a:spcPct val="0"/>
              </a:spcBef>
              <a:spcAft>
                <a:spcPct val="0"/>
              </a:spcAft>
              <a:buNone/>
            </a:pPr>
            <a:r>
              <a:rPr lang="en-US" altLang="en-US" sz="1200" dirty="0">
                <a:solidFill>
                  <a:srgbClr val="898989"/>
                </a:solidFill>
                <a:latin typeface="Times New Roman"/>
                <a:cs typeface="Times New Roman"/>
              </a:rPr>
              <a:t>Batch No : 13    &amp; Project Title: </a:t>
            </a:r>
            <a:r>
              <a:rPr lang="en-US" altLang="en-US" sz="1200" dirty="0" err="1">
                <a:solidFill>
                  <a:srgbClr val="898989"/>
                </a:solidFill>
                <a:latin typeface="Times New Roman"/>
                <a:cs typeface="Times New Roman"/>
              </a:rPr>
              <a:t>RailGuard</a:t>
            </a:r>
          </a:p>
        </p:txBody>
      </p:sp>
      <p:sp>
        <p:nvSpPr>
          <p:cNvPr id="6151" name="Slide Number Placeholder 8">
            <a:extLst>
              <a:ext uri="{FF2B5EF4-FFF2-40B4-BE49-F238E27FC236}">
                <a16:creationId xmlns:a16="http://schemas.microsoft.com/office/drawing/2014/main" id="{782F863C-1E74-AD8A-EE57-40CE787D5462}"/>
              </a:ext>
            </a:extLst>
          </p:cNvPr>
          <p:cNvSpPr>
            <a:spLocks noGrp="1"/>
          </p:cNvSpPr>
          <p:nvPr>
            <p:ph type="sldNum" sz="quarter" idx="12"/>
          </p:nvPr>
        </p:nvSpPr>
        <p:spPr bwMode="auto">
          <a:xfrm>
            <a:off x="10755313" y="6356350"/>
            <a:ext cx="5984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CE4220B3-F10E-4EFE-BD16-3D51B6443146}" type="slidenum">
              <a:rPr lang="en-US" altLang="en-US" sz="1200">
                <a:solidFill>
                  <a:srgbClr val="898989"/>
                </a:solidFill>
              </a:rPr>
              <a:pPr>
                <a:lnSpc>
                  <a:spcPct val="100000"/>
                </a:lnSpc>
                <a:spcBef>
                  <a:spcPct val="0"/>
                </a:spcBef>
                <a:buFontTx/>
                <a:buNone/>
              </a:pPr>
              <a:t>2</a:t>
            </a:fld>
            <a:endParaRPr lang="en-US" altLang="en-US"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6FB40811-7197-5BB1-EE12-49236004B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descr="vec logo">
            <a:extLst>
              <a:ext uri="{FF2B5EF4-FFF2-40B4-BE49-F238E27FC236}">
                <a16:creationId xmlns:a16="http://schemas.microsoft.com/office/drawing/2014/main" id="{A86A34BE-28ED-B837-9022-E21737B3B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Box 4">
            <a:extLst>
              <a:ext uri="{FF2B5EF4-FFF2-40B4-BE49-F238E27FC236}">
                <a16:creationId xmlns:a16="http://schemas.microsoft.com/office/drawing/2014/main" id="{8E91A60F-BEDF-8A91-AC4C-190690D818CA}"/>
              </a:ext>
            </a:extLst>
          </p:cNvPr>
          <p:cNvSpPr txBox="1">
            <a:spLocks noChangeArrowheads="1"/>
          </p:cNvSpPr>
          <p:nvPr/>
        </p:nvSpPr>
        <p:spPr bwMode="auto">
          <a:xfrm>
            <a:off x="1711325" y="473075"/>
            <a:ext cx="8739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A</a:t>
            </a:r>
            <a:r>
              <a:rPr lang="en-IN" altLang="en-US" b="1" dirty="0">
                <a:latin typeface="Times New Roman" panose="02020603050405020304" pitchFamily="18" charset="0"/>
                <a:cs typeface="Times New Roman" panose="02020603050405020304" pitchFamily="18" charset="0"/>
              </a:rPr>
              <a:t>IM</a:t>
            </a:r>
            <a:endParaRPr lang="en-US" altLang="en-US" b="1" dirty="0">
              <a:latin typeface="Times New Roman" panose="02020603050405020304" pitchFamily="18" charset="0"/>
              <a:cs typeface="Times New Roman" panose="02020603050405020304" pitchFamily="18" charset="0"/>
            </a:endParaRPr>
          </a:p>
        </p:txBody>
      </p:sp>
      <p:sp>
        <p:nvSpPr>
          <p:cNvPr id="7173" name="Content Placeholder 11">
            <a:extLst>
              <a:ext uri="{FF2B5EF4-FFF2-40B4-BE49-F238E27FC236}">
                <a16:creationId xmlns:a16="http://schemas.microsoft.com/office/drawing/2014/main" id="{11877DD3-0211-AC35-8DFF-CEF02989C80A}"/>
              </a:ext>
            </a:extLst>
          </p:cNvPr>
          <p:cNvSpPr>
            <a:spLocks noGrp="1"/>
          </p:cNvSpPr>
          <p:nvPr>
            <p:ph sz="half" idx="1"/>
          </p:nvPr>
        </p:nvSpPr>
        <p:spPr>
          <a:xfrm>
            <a:off x="471488" y="995363"/>
            <a:ext cx="11430000" cy="5146675"/>
          </a:xfrm>
        </p:spPr>
        <p:txBody>
          <a:bodyPr/>
          <a:lstStyle/>
          <a:p>
            <a:pPr algn="just" eaLnBrk="1" hangingPunct="1">
              <a:lnSpc>
                <a:spcPct val="100000"/>
              </a:lnSpc>
            </a:pPr>
            <a:endParaRPr lang="en-US" sz="2200" dirty="0">
              <a:ea typeface="+mn-lt"/>
              <a:cs typeface="+mn-lt"/>
            </a:endParaRPr>
          </a:p>
          <a:p>
            <a:pPr algn="just">
              <a:lnSpc>
                <a:spcPct val="100000"/>
              </a:lnSpc>
            </a:pPr>
            <a:r>
              <a:rPr lang="en-US" sz="2200" dirty="0">
                <a:latin typeface="Times New Roman"/>
                <a:ea typeface="+mn-lt"/>
                <a:cs typeface="+mn-lt"/>
              </a:rPr>
              <a:t>Considering the growing volume and frequency of train traffic, railway safety is crucial. Track misalignments brought on by thermal stress are one of the main dangers to rail infrastructure. Temperature-induced expansion or contraction of continuously welded rails (CWR), which are not flexible enough to withstand such changes, causes these misalignments. As temperatures change, the accumulated stresses could cause rails to buckle in extreme heat or fracture in cold, which would be extremely dangerous for both public safety and train operation.</a:t>
            </a:r>
            <a:endParaRPr lang="en-US" dirty="0">
              <a:latin typeface="Times New Roman"/>
              <a:ea typeface="+mn-lt"/>
              <a:cs typeface="+mn-lt"/>
            </a:endParaRPr>
          </a:p>
          <a:p>
            <a:pPr algn="just">
              <a:lnSpc>
                <a:spcPct val="100000"/>
              </a:lnSpc>
            </a:pPr>
            <a:r>
              <a:rPr lang="en-US" sz="2200" b="1" dirty="0">
                <a:latin typeface="Times New Roman"/>
                <a:ea typeface="+mn-lt"/>
                <a:cs typeface="+mn-lt"/>
              </a:rPr>
              <a:t>The necessity of non-destructive, real-time monitoring technologies </a:t>
            </a:r>
            <a:r>
              <a:rPr lang="en-US" sz="2200" dirty="0">
                <a:latin typeface="Times New Roman"/>
                <a:ea typeface="+mn-lt"/>
                <a:cs typeface="+mn-lt"/>
              </a:rPr>
              <a:t>has been highlighted by recent research and industry events. Conventional techniques for determining rail stress and neutral temperature (NRT), such as strain gauges and rail cutting, are either </a:t>
            </a:r>
            <a:r>
              <a:rPr lang="en-US" sz="2200" dirty="0" err="1">
                <a:latin typeface="Times New Roman"/>
                <a:ea typeface="+mn-lt"/>
                <a:cs typeface="+mn-lt"/>
              </a:rPr>
              <a:t>labour-intensive</a:t>
            </a:r>
            <a:r>
              <a:rPr lang="en-US" sz="2200" dirty="0">
                <a:latin typeface="Times New Roman"/>
                <a:ea typeface="+mn-lt"/>
                <a:cs typeface="+mn-lt"/>
              </a:rPr>
              <a:t>, destructive, or necessitate a large amount of downtime. As a result, there is an increasing need for intelligent systems that can provide precise, contactless, and real-time data to support preventive maintenance.</a:t>
            </a:r>
            <a:endParaRPr lang="en-US" dirty="0">
              <a:latin typeface="Times New Roman"/>
              <a:ea typeface="+mn-lt"/>
              <a:cs typeface="+mn-lt"/>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algn="just" eaLnBrk="1" hangingPunct="1">
              <a:lnSpc>
                <a:spcPct val="100000"/>
              </a:lnSpc>
            </a:pPr>
            <a:endParaRPr lang="en-IN" altLang="en-US" sz="2200" dirty="0">
              <a:latin typeface="Times New Roman" panose="02020603050405020304" pitchFamily="18" charset="0"/>
              <a:ea typeface="Calibri"/>
              <a:cs typeface="Times New Roman" panose="02020603050405020304" pitchFamily="18" charset="0"/>
            </a:endParaRPr>
          </a:p>
          <a:p>
            <a:pPr algn="just" eaLnBrk="1" hangingPunct="1">
              <a:lnSpc>
                <a:spcPct val="100000"/>
              </a:lnSpc>
            </a:pPr>
            <a:endParaRPr lang="en-US" altLang="en-US" sz="2200" dirty="0">
              <a:latin typeface="Calibri"/>
              <a:ea typeface="Calibri"/>
              <a:cs typeface="Calibri"/>
            </a:endParaRPr>
          </a:p>
        </p:txBody>
      </p:sp>
      <p:sp>
        <p:nvSpPr>
          <p:cNvPr id="7174" name="Footer Placeholder 5">
            <a:extLst>
              <a:ext uri="{FF2B5EF4-FFF2-40B4-BE49-F238E27FC236}">
                <a16:creationId xmlns:a16="http://schemas.microsoft.com/office/drawing/2014/main" id="{645AF91E-467F-1B4C-4051-0EE5E5DC6699}"/>
              </a:ext>
            </a:extLst>
          </p:cNvPr>
          <p:cNvSpPr>
            <a:spLocks noGrp="1"/>
          </p:cNvSpPr>
          <p:nvPr>
            <p:ph type="ftr" sz="quarter" idx="11"/>
          </p:nvPr>
        </p:nvSpPr>
        <p:spPr bwMode="auto">
          <a:xfrm>
            <a:off x="1711325" y="6356350"/>
            <a:ext cx="94122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RailGuard</a:t>
            </a:r>
          </a:p>
        </p:txBody>
      </p:sp>
      <p:sp>
        <p:nvSpPr>
          <p:cNvPr id="7175" name="Slide Number Placeholder 6">
            <a:extLst>
              <a:ext uri="{FF2B5EF4-FFF2-40B4-BE49-F238E27FC236}">
                <a16:creationId xmlns:a16="http://schemas.microsoft.com/office/drawing/2014/main" id="{EF76DEAC-51F9-CCCE-7358-2625DF4D3C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80DC67CB-DA25-4868-8434-CD4AA62F539E}" type="slidenum">
              <a:rPr lang="en-US" altLang="en-US" sz="1200">
                <a:solidFill>
                  <a:srgbClr val="898989"/>
                </a:solidFill>
              </a:rPr>
              <a:pPr>
                <a:lnSpc>
                  <a:spcPct val="100000"/>
                </a:lnSpc>
                <a:spcBef>
                  <a:spcPct val="0"/>
                </a:spcBef>
                <a:buFontTx/>
                <a:buNone/>
              </a:pPr>
              <a:t>3</a:t>
            </a:fld>
            <a:endParaRPr lang="en-US" altLang="en-US"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D1002-9930-CCC8-3CEE-B936B161213C}"/>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3CDCE995-CD85-525E-248B-A07BA94BA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descr="vec logo">
            <a:extLst>
              <a:ext uri="{FF2B5EF4-FFF2-40B4-BE49-F238E27FC236}">
                <a16:creationId xmlns:a16="http://schemas.microsoft.com/office/drawing/2014/main" id="{EEC3CD2A-F276-FB5E-9F46-038712576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Box 4">
            <a:extLst>
              <a:ext uri="{FF2B5EF4-FFF2-40B4-BE49-F238E27FC236}">
                <a16:creationId xmlns:a16="http://schemas.microsoft.com/office/drawing/2014/main" id="{1BB8675C-1195-E564-A4E3-D9417BB7E6FE}"/>
              </a:ext>
            </a:extLst>
          </p:cNvPr>
          <p:cNvSpPr txBox="1">
            <a:spLocks noChangeArrowheads="1"/>
          </p:cNvSpPr>
          <p:nvPr/>
        </p:nvSpPr>
        <p:spPr bwMode="auto">
          <a:xfrm>
            <a:off x="1711325" y="473075"/>
            <a:ext cx="8739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a:cs typeface="Times New Roman"/>
              </a:rPr>
              <a:t>OBJECTIVE</a:t>
            </a:r>
          </a:p>
        </p:txBody>
      </p:sp>
      <p:sp>
        <p:nvSpPr>
          <p:cNvPr id="7173" name="Content Placeholder 11">
            <a:extLst>
              <a:ext uri="{FF2B5EF4-FFF2-40B4-BE49-F238E27FC236}">
                <a16:creationId xmlns:a16="http://schemas.microsoft.com/office/drawing/2014/main" id="{40F48407-375C-0588-2BBC-234B55C2EA4F}"/>
              </a:ext>
            </a:extLst>
          </p:cNvPr>
          <p:cNvSpPr>
            <a:spLocks noGrp="1"/>
          </p:cNvSpPr>
          <p:nvPr>
            <p:ph sz="half" idx="1"/>
          </p:nvPr>
        </p:nvSpPr>
        <p:spPr>
          <a:xfrm>
            <a:off x="471488" y="995363"/>
            <a:ext cx="11430000" cy="5146675"/>
          </a:xfrm>
        </p:spPr>
        <p:txBody>
          <a:bodyPr/>
          <a:lstStyle/>
          <a:p>
            <a:pPr algn="just" eaLnBrk="1" hangingPunct="1"/>
            <a:endParaRPr lang="en-US" sz="2200" dirty="0">
              <a:ea typeface="+mn-lt"/>
              <a:cs typeface="+mn-lt"/>
            </a:endParaRPr>
          </a:p>
          <a:p>
            <a:pPr marL="0" indent="0" algn="just">
              <a:buNone/>
            </a:pPr>
            <a:endParaRPr lang="en-US" sz="2200" dirty="0">
              <a:ea typeface="+mn-lt"/>
              <a:cs typeface="+mn-lt"/>
            </a:endParaRPr>
          </a:p>
          <a:p>
            <a:pPr algn="just"/>
            <a:r>
              <a:rPr lang="en-US" sz="2400" dirty="0">
                <a:latin typeface="Times New Roman"/>
                <a:ea typeface="+mn-lt"/>
                <a:cs typeface="+mn-lt"/>
              </a:rPr>
              <a:t>Our proposed system, </a:t>
            </a:r>
            <a:r>
              <a:rPr lang="en-US" sz="2400" b="1" dirty="0">
                <a:latin typeface="Times New Roman"/>
                <a:ea typeface="+mn-lt"/>
                <a:cs typeface="+mn-lt"/>
              </a:rPr>
              <a:t>RAILGUARD</a:t>
            </a:r>
            <a:r>
              <a:rPr lang="en-US" sz="2400" dirty="0">
                <a:latin typeface="Times New Roman"/>
                <a:ea typeface="+mn-lt"/>
                <a:cs typeface="+mn-lt"/>
              </a:rPr>
              <a:t>, aims to bridge this gap. It utilizes </a:t>
            </a:r>
            <a:r>
              <a:rPr lang="en-US" sz="2400" b="1" err="1">
                <a:latin typeface="Times New Roman"/>
                <a:ea typeface="+mn-lt"/>
                <a:cs typeface="+mn-lt"/>
              </a:rPr>
              <a:t>mmWave</a:t>
            </a:r>
            <a:r>
              <a:rPr lang="en-US" sz="2400" b="1" dirty="0">
                <a:latin typeface="Times New Roman"/>
                <a:ea typeface="+mn-lt"/>
                <a:cs typeface="+mn-lt"/>
              </a:rPr>
              <a:t> radar technology</a:t>
            </a:r>
            <a:r>
              <a:rPr lang="en-US" sz="2400" dirty="0">
                <a:latin typeface="Times New Roman"/>
                <a:ea typeface="+mn-lt"/>
                <a:cs typeface="+mn-lt"/>
              </a:rPr>
              <a:t> to detect track misalignments remotely and accurately, even in harsh environments. Coupled with a </a:t>
            </a:r>
            <a:r>
              <a:rPr lang="en-US" sz="2400" b="1" dirty="0">
                <a:latin typeface="Times New Roman"/>
                <a:ea typeface="+mn-lt"/>
                <a:cs typeface="+mn-lt"/>
              </a:rPr>
              <a:t>configurable architecture</a:t>
            </a:r>
            <a:r>
              <a:rPr lang="en-US" sz="2400" dirty="0">
                <a:latin typeface="Times New Roman"/>
                <a:ea typeface="+mn-lt"/>
                <a:cs typeface="+mn-lt"/>
              </a:rPr>
              <a:t> and a user-friendly </a:t>
            </a:r>
            <a:r>
              <a:rPr lang="en-US" sz="2400" b="1" dirty="0">
                <a:latin typeface="Times New Roman"/>
                <a:ea typeface="+mn-lt"/>
                <a:cs typeface="+mn-lt"/>
              </a:rPr>
              <a:t>Graphical User Interface (GUI)</a:t>
            </a:r>
            <a:r>
              <a:rPr lang="en-US" sz="2400" dirty="0">
                <a:latin typeface="Times New Roman"/>
                <a:ea typeface="+mn-lt"/>
                <a:cs typeface="+mn-lt"/>
              </a:rPr>
              <a:t>, RAILGUARD offers flexibility for field engineers and ensures operational safety through efficient monitoring and reporting.</a:t>
            </a:r>
          </a:p>
          <a:p>
            <a:pPr algn="just"/>
            <a:r>
              <a:rPr lang="en-US" sz="2400" dirty="0">
                <a:latin typeface="Times New Roman"/>
                <a:ea typeface="+mn-lt"/>
                <a:cs typeface="+mn-lt"/>
              </a:rPr>
              <a:t>We set the groundwork for a reliable and scalable intelligent railway track monitoring solution in this Phase I project by presenting the RAILGUARD system design, basic technologies, and rationale.</a:t>
            </a: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marL="0" indent="0" algn="just">
              <a:lnSpc>
                <a:spcPct val="100000"/>
              </a:lnSpc>
              <a:buNone/>
            </a:pPr>
            <a:endParaRPr lang="en-US" sz="2200" dirty="0">
              <a:latin typeface="Calibri"/>
              <a:ea typeface="Calibri"/>
              <a:cs typeface="Calibri"/>
            </a:endParaRPr>
          </a:p>
          <a:p>
            <a:pPr algn="just" eaLnBrk="1" hangingPunct="1">
              <a:lnSpc>
                <a:spcPct val="100000"/>
              </a:lnSpc>
            </a:pPr>
            <a:endParaRPr lang="en-IN" altLang="en-US" sz="2200">
              <a:latin typeface="Times New Roman" panose="02020603050405020304" pitchFamily="18" charset="0"/>
              <a:ea typeface="Calibri"/>
              <a:cs typeface="Times New Roman" panose="02020603050405020304" pitchFamily="18" charset="0"/>
            </a:endParaRPr>
          </a:p>
          <a:p>
            <a:pPr algn="just" eaLnBrk="1" hangingPunct="1">
              <a:lnSpc>
                <a:spcPct val="100000"/>
              </a:lnSpc>
            </a:pPr>
            <a:endParaRPr lang="en-US" altLang="en-US" sz="2200">
              <a:ea typeface="Calibri"/>
              <a:cs typeface="Calibri"/>
            </a:endParaRPr>
          </a:p>
        </p:txBody>
      </p:sp>
      <p:sp>
        <p:nvSpPr>
          <p:cNvPr id="7174" name="Footer Placeholder 5">
            <a:extLst>
              <a:ext uri="{FF2B5EF4-FFF2-40B4-BE49-F238E27FC236}">
                <a16:creationId xmlns:a16="http://schemas.microsoft.com/office/drawing/2014/main" id="{227242B7-689F-6D06-F64B-E1DED11B42B5}"/>
              </a:ext>
            </a:extLst>
          </p:cNvPr>
          <p:cNvSpPr>
            <a:spLocks noGrp="1"/>
          </p:cNvSpPr>
          <p:nvPr>
            <p:ph type="ftr" sz="quarter" idx="11"/>
          </p:nvPr>
        </p:nvSpPr>
        <p:spPr bwMode="auto">
          <a:xfrm>
            <a:off x="1711325" y="6356350"/>
            <a:ext cx="94122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7175" name="Slide Number Placeholder 6">
            <a:extLst>
              <a:ext uri="{FF2B5EF4-FFF2-40B4-BE49-F238E27FC236}">
                <a16:creationId xmlns:a16="http://schemas.microsoft.com/office/drawing/2014/main" id="{A8638F23-28B5-B671-B0DE-3B50A235072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80DC67CB-DA25-4868-8434-CD4AA62F539E}" type="slidenum">
              <a:rPr lang="en-US" altLang="en-US" sz="1200">
                <a:solidFill>
                  <a:srgbClr val="898989"/>
                </a:solidFill>
              </a:rPr>
              <a:pPr>
                <a:lnSpc>
                  <a:spcPct val="100000"/>
                </a:lnSpc>
                <a:spcBef>
                  <a:spcPct val="0"/>
                </a:spcBef>
                <a:buFontTx/>
                <a:buNone/>
              </a:pPr>
              <a:t>4</a:t>
            </a:fld>
            <a:endParaRPr lang="en-US" altLang="en-US" sz="1200">
              <a:solidFill>
                <a:srgbClr val="898989"/>
              </a:solidFill>
            </a:endParaRPr>
          </a:p>
        </p:txBody>
      </p:sp>
    </p:spTree>
    <p:extLst>
      <p:ext uri="{BB962C8B-B14F-4D97-AF65-F5344CB8AC3E}">
        <p14:creationId xmlns:p14="http://schemas.microsoft.com/office/powerpoint/2010/main" val="1048461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
            <a:extLst>
              <a:ext uri="{FF2B5EF4-FFF2-40B4-BE49-F238E27FC236}">
                <a16:creationId xmlns:a16="http://schemas.microsoft.com/office/drawing/2014/main" id="{1E0ABCF9-EF50-D72C-C3B1-8DB5D0923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92075"/>
            <a:ext cx="9271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2" descr="vec logo">
            <a:extLst>
              <a:ext uri="{FF2B5EF4-FFF2-40B4-BE49-F238E27FC236}">
                <a16:creationId xmlns:a16="http://schemas.microsoft.com/office/drawing/2014/main" id="{5574CE81-39D1-C356-B7EC-DDAE024C12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0" y="0"/>
            <a:ext cx="1038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Box 3">
            <a:extLst>
              <a:ext uri="{FF2B5EF4-FFF2-40B4-BE49-F238E27FC236}">
                <a16:creationId xmlns:a16="http://schemas.microsoft.com/office/drawing/2014/main" id="{765524CD-19AB-0844-3430-5A211BA74B31}"/>
              </a:ext>
            </a:extLst>
          </p:cNvPr>
          <p:cNvSpPr txBox="1">
            <a:spLocks noChangeArrowheads="1"/>
          </p:cNvSpPr>
          <p:nvPr/>
        </p:nvSpPr>
        <p:spPr bwMode="auto">
          <a:xfrm>
            <a:off x="838200" y="201613"/>
            <a:ext cx="10058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LITERATURE SURVEY</a:t>
            </a:r>
            <a:endParaRPr lang="en-US" altLang="en-US" b="1" dirty="0"/>
          </a:p>
        </p:txBody>
      </p:sp>
      <p:sp>
        <p:nvSpPr>
          <p:cNvPr id="8197" name="TextBox 5">
            <a:extLst>
              <a:ext uri="{FF2B5EF4-FFF2-40B4-BE49-F238E27FC236}">
                <a16:creationId xmlns:a16="http://schemas.microsoft.com/office/drawing/2014/main" id="{9807E269-DEFA-1EFB-D362-4C76A91914ED}"/>
              </a:ext>
            </a:extLst>
          </p:cNvPr>
          <p:cNvSpPr txBox="1">
            <a:spLocks noChangeArrowheads="1"/>
          </p:cNvSpPr>
          <p:nvPr/>
        </p:nvSpPr>
        <p:spPr bwMode="auto">
          <a:xfrm>
            <a:off x="731838" y="6027738"/>
            <a:ext cx="1069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p:txBody>
      </p:sp>
      <p:sp>
        <p:nvSpPr>
          <p:cNvPr id="8198" name="Footer Placeholder 8">
            <a:extLst>
              <a:ext uri="{FF2B5EF4-FFF2-40B4-BE49-F238E27FC236}">
                <a16:creationId xmlns:a16="http://schemas.microsoft.com/office/drawing/2014/main" id="{8130AB9E-ED90-8751-45AE-441D3F449143}"/>
              </a:ext>
            </a:extLst>
          </p:cNvPr>
          <p:cNvSpPr>
            <a:spLocks noGrp="1"/>
          </p:cNvSpPr>
          <p:nvPr>
            <p:ph type="ftr" sz="quarter" idx="11"/>
          </p:nvPr>
        </p:nvSpPr>
        <p:spPr bwMode="auto">
          <a:xfrm>
            <a:off x="1665288" y="6356350"/>
            <a:ext cx="9471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8199" name="Slide Number Placeholder 9">
            <a:extLst>
              <a:ext uri="{FF2B5EF4-FFF2-40B4-BE49-F238E27FC236}">
                <a16:creationId xmlns:a16="http://schemas.microsoft.com/office/drawing/2014/main" id="{3A781766-6B25-1661-DA67-CF2450CB18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0FA8B2A5-0A60-4AE4-92B2-9CF7EA8374D7}" type="slidenum">
              <a:rPr lang="en-US" altLang="en-US" sz="1200">
                <a:solidFill>
                  <a:srgbClr val="898989"/>
                </a:solidFill>
              </a:rPr>
              <a:pPr>
                <a:lnSpc>
                  <a:spcPct val="100000"/>
                </a:lnSpc>
                <a:spcBef>
                  <a:spcPct val="0"/>
                </a:spcBef>
                <a:buFontTx/>
                <a:buNone/>
              </a:pPr>
              <a:t>5</a:t>
            </a:fld>
            <a:endParaRPr lang="en-US" altLang="en-US" sz="1200">
              <a:solidFill>
                <a:srgbClr val="898989"/>
              </a:solidFill>
            </a:endParaRPr>
          </a:p>
        </p:txBody>
      </p:sp>
      <p:graphicFrame>
        <p:nvGraphicFramePr>
          <p:cNvPr id="16" name="Table 15">
            <a:extLst>
              <a:ext uri="{FF2B5EF4-FFF2-40B4-BE49-F238E27FC236}">
                <a16:creationId xmlns:a16="http://schemas.microsoft.com/office/drawing/2014/main" id="{256E9DF8-AC7F-C634-3587-F1DA7399FF77}"/>
              </a:ext>
            </a:extLst>
          </p:cNvPr>
          <p:cNvGraphicFramePr>
            <a:graphicFrameLocks noGrp="1"/>
          </p:cNvGraphicFramePr>
          <p:nvPr>
            <p:extLst>
              <p:ext uri="{D42A27DB-BD31-4B8C-83A1-F6EECF244321}">
                <p14:modId xmlns:p14="http://schemas.microsoft.com/office/powerpoint/2010/main" val="2746160969"/>
              </p:ext>
            </p:extLst>
          </p:nvPr>
        </p:nvGraphicFramePr>
        <p:xfrm>
          <a:off x="339725" y="1166813"/>
          <a:ext cx="11430001" cy="5045075"/>
        </p:xfrm>
        <a:graphic>
          <a:graphicData uri="http://schemas.openxmlformats.org/drawingml/2006/table">
            <a:tbl>
              <a:tblPr firstRow="1" bandRow="1">
                <a:tableStyleId>{5C22544A-7EE6-4342-B048-85BDC9FD1C3A}</a:tableStyleId>
              </a:tblPr>
              <a:tblGrid>
                <a:gridCol w="1132337">
                  <a:extLst>
                    <a:ext uri="{9D8B030D-6E8A-4147-A177-3AD203B41FA5}">
                      <a16:colId xmlns:a16="http://schemas.microsoft.com/office/drawing/2014/main" val="20000"/>
                    </a:ext>
                  </a:extLst>
                </a:gridCol>
                <a:gridCol w="4582662">
                  <a:extLst>
                    <a:ext uri="{9D8B030D-6E8A-4147-A177-3AD203B41FA5}">
                      <a16:colId xmlns:a16="http://schemas.microsoft.com/office/drawing/2014/main" val="20001"/>
                    </a:ext>
                  </a:extLst>
                </a:gridCol>
                <a:gridCol w="2857501">
                  <a:extLst>
                    <a:ext uri="{9D8B030D-6E8A-4147-A177-3AD203B41FA5}">
                      <a16:colId xmlns:a16="http://schemas.microsoft.com/office/drawing/2014/main" val="20002"/>
                    </a:ext>
                  </a:extLst>
                </a:gridCol>
                <a:gridCol w="2857501">
                  <a:extLst>
                    <a:ext uri="{9D8B030D-6E8A-4147-A177-3AD203B41FA5}">
                      <a16:colId xmlns:a16="http://schemas.microsoft.com/office/drawing/2014/main" val="20003"/>
                    </a:ext>
                  </a:extLst>
                </a:gridCol>
              </a:tblGrid>
              <a:tr h="1055463">
                <a:tc>
                  <a:txBody>
                    <a:bodyPr/>
                    <a:lstStyle/>
                    <a:p>
                      <a:r>
                        <a:rPr lang="en-IN" sz="1800" dirty="0" err="1">
                          <a:latin typeface="Times New Roman" panose="02020603050405020304" pitchFamily="18" charset="0"/>
                          <a:cs typeface="Times New Roman" panose="02020603050405020304" pitchFamily="18" charset="0"/>
                        </a:rPr>
                        <a:t>S.No</a:t>
                      </a:r>
                      <a:endParaRPr lang="en-IN" sz="1800" dirty="0">
                        <a:latin typeface="Times New Roman" panose="02020603050405020304" pitchFamily="18" charset="0"/>
                        <a:cs typeface="Times New Roman" panose="02020603050405020304" pitchFamily="18" charset="0"/>
                      </a:endParaRPr>
                    </a:p>
                  </a:txBody>
                  <a:tcPr marL="91437" marR="91437" marT="45725" marB="45725"/>
                </a:tc>
                <a:tc>
                  <a:txBody>
                    <a:bodyPr/>
                    <a:lstStyle/>
                    <a:p>
                      <a:pPr algn="ctr"/>
                      <a:r>
                        <a:rPr lang="en-IN" sz="1800" baseline="0" dirty="0">
                          <a:latin typeface="Times New Roman" panose="02020603050405020304" pitchFamily="18" charset="0"/>
                          <a:cs typeface="Times New Roman" panose="02020603050405020304" pitchFamily="18" charset="0"/>
                        </a:rPr>
                        <a:t>Paper details (Author name, Title of the paper, Journal name, Volume &amp; Issue number, Year)</a:t>
                      </a:r>
                      <a:endParaRPr lang="en-IN" sz="1800" dirty="0">
                        <a:latin typeface="Times New Roman" panose="02020603050405020304" pitchFamily="18" charset="0"/>
                        <a:cs typeface="Times New Roman" panose="02020603050405020304" pitchFamily="18" charset="0"/>
                      </a:endParaRPr>
                    </a:p>
                  </a:txBody>
                  <a:tcPr marL="91437" marR="91437" marT="45725" marB="45725"/>
                </a:tc>
                <a:tc>
                  <a:txBody>
                    <a:bodyPr/>
                    <a:lstStyle/>
                    <a:p>
                      <a:pPr algn="ctr"/>
                      <a:r>
                        <a:rPr lang="en-IN" sz="1800" dirty="0">
                          <a:latin typeface="Times New Roman" panose="02020603050405020304" pitchFamily="18" charset="0"/>
                          <a:cs typeface="Times New Roman" panose="02020603050405020304" pitchFamily="18" charset="0"/>
                        </a:rPr>
                        <a:t>Contribution</a:t>
                      </a:r>
                      <a:r>
                        <a:rPr lang="en-IN" sz="1800" baseline="0" dirty="0">
                          <a:latin typeface="Times New Roman" panose="02020603050405020304" pitchFamily="18" charset="0"/>
                          <a:cs typeface="Times New Roman" panose="02020603050405020304" pitchFamily="18" charset="0"/>
                        </a:rPr>
                        <a:t> by Authors</a:t>
                      </a:r>
                      <a:endParaRPr lang="en-IN" sz="1800" dirty="0">
                        <a:latin typeface="Times New Roman" panose="02020603050405020304" pitchFamily="18" charset="0"/>
                        <a:cs typeface="Times New Roman" panose="02020603050405020304" pitchFamily="18" charset="0"/>
                      </a:endParaRPr>
                    </a:p>
                  </a:txBody>
                  <a:tcPr marL="91437" marR="91437" marT="45725" marB="45725"/>
                </a:tc>
                <a:tc>
                  <a:txBody>
                    <a:bodyPr/>
                    <a:lstStyle/>
                    <a:p>
                      <a:pPr algn="ctr"/>
                      <a:r>
                        <a:rPr lang="en-IN" sz="1800" dirty="0">
                          <a:latin typeface="Times New Roman" panose="02020603050405020304" pitchFamily="18" charset="0"/>
                          <a:cs typeface="Times New Roman" panose="02020603050405020304" pitchFamily="18" charset="0"/>
                        </a:rPr>
                        <a:t>Inference</a:t>
                      </a:r>
                    </a:p>
                  </a:txBody>
                  <a:tcPr marL="91437" marR="91437" marT="45725" marB="45725"/>
                </a:tc>
                <a:extLst>
                  <a:ext uri="{0D108BD9-81ED-4DB2-BD59-A6C34878D82A}">
                    <a16:rowId xmlns:a16="http://schemas.microsoft.com/office/drawing/2014/main" val="10000"/>
                  </a:ext>
                </a:extLst>
              </a:tr>
              <a:tr h="1734622">
                <a:tc>
                  <a:txBody>
                    <a:bodyPr/>
                    <a:lstStyle/>
                    <a:p>
                      <a:pPr algn="ctr"/>
                      <a:r>
                        <a:rPr lang="en-IN" sz="2000" dirty="0">
                          <a:latin typeface="Times New Roman" panose="02020603050405020304" pitchFamily="18" charset="0"/>
                          <a:cs typeface="Times New Roman" panose="02020603050405020304" pitchFamily="18" charset="0"/>
                        </a:rPr>
                        <a:t>1</a:t>
                      </a:r>
                    </a:p>
                  </a:txBody>
                  <a:tcPr marL="91437" marR="91437" marT="45725" marB="45725"/>
                </a:tc>
                <a:tc>
                  <a:txBody>
                    <a:bodyPr/>
                    <a:lstStyle/>
                    <a:p>
                      <a:pPr lvl="0" algn="just">
                        <a:buNone/>
                      </a:pPr>
                      <a:r>
                        <a:rPr lang="en-IN" sz="2000" b="0" i="0" u="none" strike="noStrike" noProof="0" dirty="0">
                          <a:latin typeface="Times New Roman"/>
                        </a:rPr>
                        <a:t>Gary Nicholas et al., “A Review of Techniques for Measurement of Forces and Neutral Temperatures in Railway Track,” </a:t>
                      </a:r>
                      <a:r>
                        <a:rPr lang="en-IN" sz="2000" b="0" i="1" u="none" strike="noStrike" noProof="0" dirty="0">
                          <a:latin typeface="Times New Roman"/>
                        </a:rPr>
                        <a:t>Proc IMechE Part F: J Rail and Rapid Transit</a:t>
                      </a:r>
                      <a:r>
                        <a:rPr lang="en-IN" sz="2000" b="0" i="0" u="none" strike="noStrike" noProof="0" dirty="0">
                          <a:latin typeface="Times New Roman"/>
                        </a:rPr>
                        <a:t>, Vol. 239(4), 2025.</a:t>
                      </a:r>
                    </a:p>
                  </a:txBody>
                  <a:tcPr marL="91437" marR="91437" marT="45725" marB="45725"/>
                </a:tc>
                <a:tc>
                  <a:txBody>
                    <a:bodyPr/>
                    <a:lstStyle/>
                    <a:p>
                      <a:pPr marL="0" lvl="0" indent="0">
                        <a:buNone/>
                      </a:pPr>
                      <a:r>
                        <a:rPr lang="en-IN" sz="2000" b="0" i="0" u="none" strike="noStrike" baseline="0" noProof="0" dirty="0">
                          <a:latin typeface="Times New Roman"/>
                        </a:rPr>
                        <a:t>Comprehensive review of destructive and non-destructive methods for rail stress and NRT measurement.</a:t>
                      </a:r>
                      <a:endParaRPr lang="en-US" dirty="0">
                        <a:latin typeface="Times New Roman"/>
                      </a:endParaRPr>
                    </a:p>
                  </a:txBody>
                  <a:tcPr marL="91437" marR="91437" marT="45725" marB="45725"/>
                </a:tc>
                <a:tc>
                  <a:txBody>
                    <a:bodyPr/>
                    <a:lstStyle/>
                    <a:p>
                      <a:pPr marL="0" lvl="0" indent="0">
                        <a:buNone/>
                      </a:pPr>
                      <a:r>
                        <a:rPr lang="en-IN" sz="2000" b="0" i="0" u="none" strike="noStrike" noProof="0" dirty="0">
                          <a:latin typeface="Times New Roman"/>
                        </a:rPr>
                        <a:t>Identified </a:t>
                      </a:r>
                      <a:r>
                        <a:rPr lang="en-IN" sz="2000" b="0" i="0" u="none" strike="noStrike" noProof="0" err="1">
                          <a:latin typeface="Times New Roman"/>
                        </a:rPr>
                        <a:t>mmWave</a:t>
                      </a:r>
                      <a:r>
                        <a:rPr lang="en-IN" sz="2000" b="0" i="0" u="none" strike="noStrike" noProof="0" dirty="0">
                          <a:latin typeface="Times New Roman"/>
                        </a:rPr>
                        <a:t> and vibration-based methods as promising non-contact solutions for real-time monitoring.</a:t>
                      </a:r>
                      <a:endParaRPr lang="en-US" dirty="0">
                        <a:latin typeface="Times New Roman"/>
                      </a:endParaRPr>
                    </a:p>
                  </a:txBody>
                  <a:tcPr marL="91437" marR="91437" marT="45725" marB="45725"/>
                </a:tc>
                <a:extLst>
                  <a:ext uri="{0D108BD9-81ED-4DB2-BD59-A6C34878D82A}">
                    <a16:rowId xmlns:a16="http://schemas.microsoft.com/office/drawing/2014/main" val="10001"/>
                  </a:ext>
                </a:extLst>
              </a:tr>
              <a:tr h="2254990">
                <a:tc>
                  <a:txBody>
                    <a:bodyPr/>
                    <a:lstStyle/>
                    <a:p>
                      <a:pPr algn="ctr"/>
                      <a:r>
                        <a:rPr lang="en-IN" sz="2000" dirty="0">
                          <a:latin typeface="Times New Roman" panose="02020603050405020304" pitchFamily="18" charset="0"/>
                          <a:cs typeface="Times New Roman" panose="02020603050405020304" pitchFamily="18" charset="0"/>
                        </a:rPr>
                        <a:t>2</a:t>
                      </a:r>
                    </a:p>
                  </a:txBody>
                  <a:tcPr marL="91437" marR="91437" marT="45725" marB="45725"/>
                </a:tc>
                <a:tc>
                  <a:txBody>
                    <a:bodyPr/>
                    <a:lstStyle/>
                    <a:p>
                      <a:pPr marL="0" marR="0" lvl="0" indent="0" algn="just">
                        <a:lnSpc>
                          <a:spcPct val="100000"/>
                        </a:lnSpc>
                        <a:spcBef>
                          <a:spcPts val="0"/>
                        </a:spcBef>
                        <a:spcAft>
                          <a:spcPts val="0"/>
                        </a:spcAft>
                        <a:buNone/>
                      </a:pPr>
                      <a:r>
                        <a:rPr lang="en-IN" sz="2000" b="0" i="0" u="none" strike="noStrike" kern="1200" baseline="0" noProof="0" dirty="0">
                          <a:solidFill>
                            <a:schemeClr val="dk1"/>
                          </a:solidFill>
                          <a:latin typeface="Times New Roman"/>
                        </a:rPr>
                        <a:t>Liu et al., “Bi-directional strain method for NRT monitoring,” </a:t>
                      </a:r>
                      <a:r>
                        <a:rPr lang="en-IN" sz="2000" b="0" i="1" u="none" strike="noStrike" kern="1200" baseline="0" noProof="0" dirty="0">
                          <a:solidFill>
                            <a:schemeClr val="dk1"/>
                          </a:solidFill>
                          <a:latin typeface="Times New Roman"/>
                        </a:rPr>
                        <a:t>Sensors</a:t>
                      </a:r>
                      <a:r>
                        <a:rPr lang="en-IN" sz="2000" b="0" i="0" u="none" strike="noStrike" kern="1200" baseline="0" noProof="0" dirty="0">
                          <a:solidFill>
                            <a:schemeClr val="dk1"/>
                          </a:solidFill>
                          <a:latin typeface="Times New Roman"/>
                        </a:rPr>
                        <a:t>, 2023.</a:t>
                      </a:r>
                      <a:endParaRPr kumimoji="0" lang="en-US" sz="2000" dirty="0">
                        <a:latin typeface="Times New Roman"/>
                      </a:endParaRPr>
                    </a:p>
                  </a:txBody>
                  <a:tcPr marL="91437" marR="91437" marT="45725" marB="45725"/>
                </a:tc>
                <a:tc>
                  <a:txBody>
                    <a:bodyPr/>
                    <a:lstStyle/>
                    <a:p>
                      <a:pPr marL="0" lvl="0" indent="0">
                        <a:buNone/>
                      </a:pPr>
                      <a:r>
                        <a:rPr lang="en-IN" sz="2000" b="0" i="0" u="none" strike="noStrike" noProof="0" dirty="0">
                          <a:latin typeface="Times New Roman"/>
                        </a:rPr>
                        <a:t>Proposed strain-based sensors using an H-shaped steel plate.</a:t>
                      </a:r>
                      <a:endParaRPr lang="en-US" dirty="0">
                        <a:latin typeface="Times New Roman"/>
                      </a:endParaRPr>
                    </a:p>
                  </a:txBody>
                  <a:tcPr marL="91437" marR="91437" marT="45725" marB="45725"/>
                </a:tc>
                <a:tc>
                  <a:txBody>
                    <a:bodyPr/>
                    <a:lstStyle/>
                    <a:p>
                      <a:pPr marL="0" lvl="0" indent="0">
                        <a:buNone/>
                      </a:pPr>
                      <a:r>
                        <a:rPr lang="en-IN" sz="2000" b="0" i="0" u="none" strike="noStrike" noProof="0" dirty="0">
                          <a:latin typeface="Times New Roman"/>
                        </a:rPr>
                        <a:t>Offers high accuracy (~±1.7 MPa), but requires installation during unstressed conditions.</a:t>
                      </a:r>
                      <a:endParaRPr lang="en-US" dirty="0">
                        <a:latin typeface="Times New Roman"/>
                      </a:endParaRPr>
                    </a:p>
                  </a:txBody>
                  <a:tcPr marL="91437" marR="91437"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FE11C-A33D-6384-516E-1148A7412567}"/>
            </a:ext>
          </a:extLst>
        </p:cNvPr>
        <p:cNvGrpSpPr/>
        <p:nvPr/>
      </p:nvGrpSpPr>
      <p:grpSpPr>
        <a:xfrm>
          <a:off x="0" y="0"/>
          <a:ext cx="0" cy="0"/>
          <a:chOff x="0" y="0"/>
          <a:chExt cx="0" cy="0"/>
        </a:xfrm>
      </p:grpSpPr>
      <p:pic>
        <p:nvPicPr>
          <p:cNvPr id="8194" name="Picture 1">
            <a:extLst>
              <a:ext uri="{FF2B5EF4-FFF2-40B4-BE49-F238E27FC236}">
                <a16:creationId xmlns:a16="http://schemas.microsoft.com/office/drawing/2014/main" id="{30A1D91B-0318-F281-000C-6E67B522A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92075"/>
            <a:ext cx="9271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2" descr="vec logo">
            <a:extLst>
              <a:ext uri="{FF2B5EF4-FFF2-40B4-BE49-F238E27FC236}">
                <a16:creationId xmlns:a16="http://schemas.microsoft.com/office/drawing/2014/main" id="{EAFCC953-6F66-4494-FCF3-5B16464AB2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0" y="0"/>
            <a:ext cx="1038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Box 3">
            <a:extLst>
              <a:ext uri="{FF2B5EF4-FFF2-40B4-BE49-F238E27FC236}">
                <a16:creationId xmlns:a16="http://schemas.microsoft.com/office/drawing/2014/main" id="{49B8F6DB-5B01-DAA8-837A-820F1A38F7BA}"/>
              </a:ext>
            </a:extLst>
          </p:cNvPr>
          <p:cNvSpPr txBox="1">
            <a:spLocks noChangeArrowheads="1"/>
          </p:cNvSpPr>
          <p:nvPr/>
        </p:nvSpPr>
        <p:spPr bwMode="auto">
          <a:xfrm>
            <a:off x="838200" y="201613"/>
            <a:ext cx="10058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LITERATURE SURVEY</a:t>
            </a:r>
            <a:endParaRPr lang="en-US" altLang="en-US" b="1" dirty="0"/>
          </a:p>
        </p:txBody>
      </p:sp>
      <p:sp>
        <p:nvSpPr>
          <p:cNvPr id="8197" name="TextBox 5">
            <a:extLst>
              <a:ext uri="{FF2B5EF4-FFF2-40B4-BE49-F238E27FC236}">
                <a16:creationId xmlns:a16="http://schemas.microsoft.com/office/drawing/2014/main" id="{E0102AF6-953C-CB30-5016-044BB3B7DBD5}"/>
              </a:ext>
            </a:extLst>
          </p:cNvPr>
          <p:cNvSpPr txBox="1">
            <a:spLocks noChangeArrowheads="1"/>
          </p:cNvSpPr>
          <p:nvPr/>
        </p:nvSpPr>
        <p:spPr bwMode="auto">
          <a:xfrm>
            <a:off x="731838" y="6027738"/>
            <a:ext cx="1069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p:txBody>
      </p:sp>
      <p:sp>
        <p:nvSpPr>
          <p:cNvPr id="8198" name="Footer Placeholder 8">
            <a:extLst>
              <a:ext uri="{FF2B5EF4-FFF2-40B4-BE49-F238E27FC236}">
                <a16:creationId xmlns:a16="http://schemas.microsoft.com/office/drawing/2014/main" id="{A314DFDF-4720-F519-5FB6-F0796FBBC066}"/>
              </a:ext>
            </a:extLst>
          </p:cNvPr>
          <p:cNvSpPr>
            <a:spLocks noGrp="1"/>
          </p:cNvSpPr>
          <p:nvPr>
            <p:ph type="ftr" sz="quarter" idx="11"/>
          </p:nvPr>
        </p:nvSpPr>
        <p:spPr bwMode="auto">
          <a:xfrm>
            <a:off x="1665288" y="6356350"/>
            <a:ext cx="9471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8199" name="Slide Number Placeholder 9">
            <a:extLst>
              <a:ext uri="{FF2B5EF4-FFF2-40B4-BE49-F238E27FC236}">
                <a16:creationId xmlns:a16="http://schemas.microsoft.com/office/drawing/2014/main" id="{E1EF7E5C-6A1F-98F6-17BD-B26912AE3D1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0FA8B2A5-0A60-4AE4-92B2-9CF7EA8374D7}" type="slidenum">
              <a:rPr lang="en-US" altLang="en-US" sz="1200">
                <a:solidFill>
                  <a:srgbClr val="898989"/>
                </a:solidFill>
              </a:rPr>
              <a:pPr>
                <a:lnSpc>
                  <a:spcPct val="100000"/>
                </a:lnSpc>
                <a:spcBef>
                  <a:spcPct val="0"/>
                </a:spcBef>
                <a:buFontTx/>
                <a:buNone/>
              </a:pPr>
              <a:t>6</a:t>
            </a:fld>
            <a:endParaRPr lang="en-US" altLang="en-US" sz="1200">
              <a:solidFill>
                <a:srgbClr val="898989"/>
              </a:solidFill>
            </a:endParaRPr>
          </a:p>
        </p:txBody>
      </p:sp>
      <p:graphicFrame>
        <p:nvGraphicFramePr>
          <p:cNvPr id="16" name="Table 15">
            <a:extLst>
              <a:ext uri="{FF2B5EF4-FFF2-40B4-BE49-F238E27FC236}">
                <a16:creationId xmlns:a16="http://schemas.microsoft.com/office/drawing/2014/main" id="{FACFDA8E-55A0-5EC9-B9A0-98A7BDB35B36}"/>
              </a:ext>
            </a:extLst>
          </p:cNvPr>
          <p:cNvGraphicFramePr>
            <a:graphicFrameLocks noGrp="1"/>
          </p:cNvGraphicFramePr>
          <p:nvPr>
            <p:extLst>
              <p:ext uri="{D42A27DB-BD31-4B8C-83A1-F6EECF244321}">
                <p14:modId xmlns:p14="http://schemas.microsoft.com/office/powerpoint/2010/main" val="2346543167"/>
              </p:ext>
            </p:extLst>
          </p:nvPr>
        </p:nvGraphicFramePr>
        <p:xfrm>
          <a:off x="339725" y="1166813"/>
          <a:ext cx="11430000" cy="5045075"/>
        </p:xfrm>
        <a:graphic>
          <a:graphicData uri="http://schemas.openxmlformats.org/drawingml/2006/table">
            <a:tbl>
              <a:tblPr firstRow="1" bandRow="1">
                <a:tableStyleId>{5C22544A-7EE6-4342-B048-85BDC9FD1C3A}</a:tableStyleId>
              </a:tblPr>
              <a:tblGrid>
                <a:gridCol w="1132337">
                  <a:extLst>
                    <a:ext uri="{9D8B030D-6E8A-4147-A177-3AD203B41FA5}">
                      <a16:colId xmlns:a16="http://schemas.microsoft.com/office/drawing/2014/main" val="20000"/>
                    </a:ext>
                  </a:extLst>
                </a:gridCol>
                <a:gridCol w="4582661">
                  <a:extLst>
                    <a:ext uri="{9D8B030D-6E8A-4147-A177-3AD203B41FA5}">
                      <a16:colId xmlns:a16="http://schemas.microsoft.com/office/drawing/2014/main" val="20001"/>
                    </a:ext>
                  </a:extLst>
                </a:gridCol>
                <a:gridCol w="2857501">
                  <a:extLst>
                    <a:ext uri="{9D8B030D-6E8A-4147-A177-3AD203B41FA5}">
                      <a16:colId xmlns:a16="http://schemas.microsoft.com/office/drawing/2014/main" val="20002"/>
                    </a:ext>
                  </a:extLst>
                </a:gridCol>
                <a:gridCol w="2857501">
                  <a:extLst>
                    <a:ext uri="{9D8B030D-6E8A-4147-A177-3AD203B41FA5}">
                      <a16:colId xmlns:a16="http://schemas.microsoft.com/office/drawing/2014/main" val="20003"/>
                    </a:ext>
                  </a:extLst>
                </a:gridCol>
              </a:tblGrid>
              <a:tr h="1055463">
                <a:tc>
                  <a:txBody>
                    <a:bodyPr/>
                    <a:lstStyle/>
                    <a:p>
                      <a:r>
                        <a:rPr lang="en-IN" sz="1800" dirty="0" err="1">
                          <a:latin typeface="Times New Roman" panose="02020603050405020304" pitchFamily="18" charset="0"/>
                          <a:cs typeface="Times New Roman" panose="02020603050405020304" pitchFamily="18" charset="0"/>
                        </a:rPr>
                        <a:t>S.No</a:t>
                      </a:r>
                      <a:endParaRPr lang="en-IN" sz="1800" dirty="0">
                        <a:latin typeface="Times New Roman" panose="02020603050405020304" pitchFamily="18" charset="0"/>
                        <a:cs typeface="Times New Roman" panose="02020603050405020304" pitchFamily="18" charset="0"/>
                      </a:endParaRPr>
                    </a:p>
                  </a:txBody>
                  <a:tcPr marL="91437" marR="91437" marT="45725" marB="45725"/>
                </a:tc>
                <a:tc>
                  <a:txBody>
                    <a:bodyPr/>
                    <a:lstStyle/>
                    <a:p>
                      <a:pPr algn="ctr"/>
                      <a:r>
                        <a:rPr lang="en-IN" sz="1800" baseline="0" dirty="0">
                          <a:latin typeface="Times New Roman" panose="02020603050405020304" pitchFamily="18" charset="0"/>
                          <a:cs typeface="Times New Roman" panose="02020603050405020304" pitchFamily="18" charset="0"/>
                        </a:rPr>
                        <a:t>Paper details (Author name, Title of the paper, Journal name, Volume &amp; Issue number, Year)</a:t>
                      </a:r>
                      <a:endParaRPr lang="en-IN" sz="1800" dirty="0">
                        <a:latin typeface="Times New Roman" panose="02020603050405020304" pitchFamily="18" charset="0"/>
                        <a:cs typeface="Times New Roman" panose="02020603050405020304" pitchFamily="18" charset="0"/>
                      </a:endParaRPr>
                    </a:p>
                  </a:txBody>
                  <a:tcPr marL="91437" marR="91437" marT="45725" marB="45725"/>
                </a:tc>
                <a:tc>
                  <a:txBody>
                    <a:bodyPr/>
                    <a:lstStyle/>
                    <a:p>
                      <a:pPr algn="ctr"/>
                      <a:r>
                        <a:rPr lang="en-IN" sz="1800" dirty="0">
                          <a:latin typeface="Times New Roman" panose="02020603050405020304" pitchFamily="18" charset="0"/>
                          <a:cs typeface="Times New Roman" panose="02020603050405020304" pitchFamily="18" charset="0"/>
                        </a:rPr>
                        <a:t>Contribution</a:t>
                      </a:r>
                      <a:r>
                        <a:rPr lang="en-IN" sz="1800" baseline="0" dirty="0">
                          <a:latin typeface="Times New Roman" panose="02020603050405020304" pitchFamily="18" charset="0"/>
                          <a:cs typeface="Times New Roman" panose="02020603050405020304" pitchFamily="18" charset="0"/>
                        </a:rPr>
                        <a:t> by Authors</a:t>
                      </a:r>
                      <a:endParaRPr lang="en-IN" sz="1800" dirty="0">
                        <a:latin typeface="Times New Roman" panose="02020603050405020304" pitchFamily="18" charset="0"/>
                        <a:cs typeface="Times New Roman" panose="02020603050405020304" pitchFamily="18" charset="0"/>
                      </a:endParaRPr>
                    </a:p>
                  </a:txBody>
                  <a:tcPr marL="91437" marR="91437" marT="45725" marB="45725"/>
                </a:tc>
                <a:tc>
                  <a:txBody>
                    <a:bodyPr/>
                    <a:lstStyle/>
                    <a:p>
                      <a:pPr algn="ctr"/>
                      <a:r>
                        <a:rPr lang="en-IN" sz="1800" dirty="0">
                          <a:latin typeface="Times New Roman" panose="02020603050405020304" pitchFamily="18" charset="0"/>
                          <a:cs typeface="Times New Roman" panose="02020603050405020304" pitchFamily="18" charset="0"/>
                        </a:rPr>
                        <a:t>Inference</a:t>
                      </a:r>
                    </a:p>
                  </a:txBody>
                  <a:tcPr marL="91437" marR="91437" marT="45725" marB="45725"/>
                </a:tc>
                <a:extLst>
                  <a:ext uri="{0D108BD9-81ED-4DB2-BD59-A6C34878D82A}">
                    <a16:rowId xmlns:a16="http://schemas.microsoft.com/office/drawing/2014/main" val="10000"/>
                  </a:ext>
                </a:extLst>
              </a:tr>
              <a:tr h="1734622">
                <a:tc>
                  <a:txBody>
                    <a:bodyPr/>
                    <a:lstStyle/>
                    <a:p>
                      <a:pPr algn="ctr"/>
                      <a:r>
                        <a:rPr lang="en-IN" sz="2000" dirty="0">
                          <a:latin typeface="Times New Roman"/>
                          <a:cs typeface="Times New Roman"/>
                        </a:rPr>
                        <a:t>3</a:t>
                      </a:r>
                    </a:p>
                  </a:txBody>
                  <a:tcPr marL="91437" marR="91437" marT="45725" marB="45725"/>
                </a:tc>
                <a:tc>
                  <a:txBody>
                    <a:bodyPr/>
                    <a:lstStyle/>
                    <a:p>
                      <a:pPr lvl="0" algn="l">
                        <a:lnSpc>
                          <a:spcPct val="100000"/>
                        </a:lnSpc>
                        <a:spcBef>
                          <a:spcPts val="0"/>
                        </a:spcBef>
                        <a:spcAft>
                          <a:spcPts val="0"/>
                        </a:spcAft>
                        <a:buNone/>
                      </a:pPr>
                      <a:r>
                        <a:rPr lang="en-IN" sz="2000" dirty="0">
                          <a:latin typeface="Times New Roman"/>
                        </a:rPr>
                        <a:t>Knopf et al., “Non-contacting DIC method for NRT,” </a:t>
                      </a:r>
                      <a:r>
                        <a:rPr lang="en-IN" sz="2000" i="1" dirty="0">
                          <a:latin typeface="Times New Roman"/>
                        </a:rPr>
                        <a:t>Journal of Structural Health Monitoring</a:t>
                      </a:r>
                      <a:r>
                        <a:rPr lang="en-IN" sz="2000" dirty="0">
                          <a:latin typeface="Times New Roman"/>
                        </a:rPr>
                        <a:t>, 2022.</a:t>
                      </a:r>
                      <a:endParaRPr lang="en-US" sz="2000" dirty="0">
                        <a:latin typeface="Times New Roman"/>
                      </a:endParaRPr>
                    </a:p>
                    <a:p>
                      <a:pPr lvl="0" algn="just">
                        <a:buNone/>
                      </a:pPr>
                      <a:endParaRPr lang="en-IN" sz="1400" b="0" i="0" u="none" strike="noStrike" noProof="0" dirty="0"/>
                    </a:p>
                  </a:txBody>
                  <a:tcPr marL="91437" marR="91437" marT="45725" marB="45725"/>
                </a:tc>
                <a:tc>
                  <a:txBody>
                    <a:bodyPr/>
                    <a:lstStyle/>
                    <a:p>
                      <a:pPr marL="0" lvl="0" indent="0">
                        <a:buNone/>
                      </a:pPr>
                      <a:r>
                        <a:rPr lang="en-IN" sz="2000" b="0" i="0" u="none" strike="noStrike" baseline="0" noProof="0" dirty="0">
                          <a:latin typeface="Times New Roman"/>
                        </a:rPr>
                        <a:t>Used stereo-DIC to estimate rail deformation and curvature for thermal stress analysis.</a:t>
                      </a:r>
                      <a:endParaRPr lang="en-US" dirty="0">
                        <a:latin typeface="Times New Roman"/>
                      </a:endParaRPr>
                    </a:p>
                  </a:txBody>
                  <a:tcPr marL="91437" marR="91437" marT="45725" marB="45725"/>
                </a:tc>
                <a:tc>
                  <a:txBody>
                    <a:bodyPr/>
                    <a:lstStyle/>
                    <a:p>
                      <a:pPr marL="0" lvl="0" indent="0">
                        <a:buNone/>
                      </a:pPr>
                      <a:r>
                        <a:rPr lang="en-IN" sz="2000" b="0" i="0" u="none" strike="noStrike" noProof="0" dirty="0">
                          <a:latin typeface="Times New Roman"/>
                        </a:rPr>
                        <a:t>Promising accuracy (~2.7– 4.4°C); not yet field validated.</a:t>
                      </a:r>
                      <a:endParaRPr lang="en-US" dirty="0">
                        <a:latin typeface="Times New Roman"/>
                      </a:endParaRPr>
                    </a:p>
                  </a:txBody>
                  <a:tcPr marL="91437" marR="91437" marT="45725" marB="45725"/>
                </a:tc>
                <a:extLst>
                  <a:ext uri="{0D108BD9-81ED-4DB2-BD59-A6C34878D82A}">
                    <a16:rowId xmlns:a16="http://schemas.microsoft.com/office/drawing/2014/main" val="10001"/>
                  </a:ext>
                </a:extLst>
              </a:tr>
              <a:tr h="2254990">
                <a:tc>
                  <a:txBody>
                    <a:bodyPr/>
                    <a:lstStyle/>
                    <a:p>
                      <a:pPr algn="ctr"/>
                      <a:r>
                        <a:rPr lang="en-IN" sz="2000" dirty="0">
                          <a:latin typeface="Times New Roman"/>
                          <a:cs typeface="Times New Roman"/>
                        </a:rPr>
                        <a:t>4</a:t>
                      </a:r>
                    </a:p>
                  </a:txBody>
                  <a:tcPr marL="91437" marR="91437" marT="45725" marB="45725"/>
                </a:tc>
                <a:tc>
                  <a:txBody>
                    <a:bodyPr/>
                    <a:lstStyle/>
                    <a:p>
                      <a:pPr marL="0" marR="0" lvl="0" indent="0" algn="just">
                        <a:lnSpc>
                          <a:spcPct val="100000"/>
                        </a:lnSpc>
                        <a:spcBef>
                          <a:spcPts val="0"/>
                        </a:spcBef>
                        <a:spcAft>
                          <a:spcPts val="0"/>
                        </a:spcAft>
                        <a:buNone/>
                      </a:pPr>
                      <a:r>
                        <a:rPr lang="en-IN" sz="2000" b="0" i="0" u="none" strike="noStrike" kern="1200" baseline="0" noProof="0" err="1">
                          <a:solidFill>
                            <a:schemeClr val="dk1"/>
                          </a:solidFill>
                          <a:latin typeface="Times New Roman"/>
                        </a:rPr>
                        <a:t>Pandrol</a:t>
                      </a:r>
                      <a:r>
                        <a:rPr lang="en-IN" sz="2000" b="0" i="0" u="none" strike="noStrike" kern="1200" baseline="0" noProof="0" dirty="0">
                          <a:solidFill>
                            <a:schemeClr val="dk1"/>
                          </a:solidFill>
                          <a:latin typeface="Times New Roman"/>
                        </a:rPr>
                        <a:t> Ltd., “VERSE Method for Rail Stress Measurement,” </a:t>
                      </a:r>
                      <a:r>
                        <a:rPr lang="en-IN" sz="2000" b="0" i="1" u="none" strike="noStrike" kern="1200" baseline="0" noProof="0" dirty="0">
                          <a:solidFill>
                            <a:schemeClr val="dk1"/>
                          </a:solidFill>
                          <a:latin typeface="Times New Roman"/>
                        </a:rPr>
                        <a:t>Company White Paper</a:t>
                      </a:r>
                      <a:r>
                        <a:rPr lang="en-IN" sz="2000" b="0" i="0" u="none" strike="noStrike" kern="1200" baseline="0" noProof="0" dirty="0">
                          <a:solidFill>
                            <a:schemeClr val="dk1"/>
                          </a:solidFill>
                          <a:latin typeface="Times New Roman"/>
                        </a:rPr>
                        <a:t>, 2020.</a:t>
                      </a:r>
                      <a:endParaRPr kumimoji="0" lang="en-US" sz="2000">
                        <a:latin typeface="Times New Roman"/>
                      </a:endParaRPr>
                    </a:p>
                  </a:txBody>
                  <a:tcPr marL="91437" marR="91437" marT="45725" marB="45725"/>
                </a:tc>
                <a:tc>
                  <a:txBody>
                    <a:bodyPr/>
                    <a:lstStyle/>
                    <a:p>
                      <a:pPr marL="0" lvl="0" indent="0">
                        <a:buNone/>
                      </a:pPr>
                      <a:r>
                        <a:rPr lang="en-IN" sz="2000" b="0" i="0" u="none" strike="noStrike" noProof="0" dirty="0">
                          <a:latin typeface="Times New Roman"/>
                        </a:rPr>
                        <a:t>Standard industry tool using vertical deflection and stress-strain principles.</a:t>
                      </a:r>
                      <a:endParaRPr lang="en-US" dirty="0">
                        <a:latin typeface="Times New Roman"/>
                      </a:endParaRPr>
                    </a:p>
                  </a:txBody>
                  <a:tcPr marL="91437" marR="91437" marT="45725" marB="45725"/>
                </a:tc>
                <a:tc>
                  <a:txBody>
                    <a:bodyPr/>
                    <a:lstStyle/>
                    <a:p>
                      <a:pPr marL="0" lvl="0" indent="0">
                        <a:buNone/>
                      </a:pPr>
                      <a:r>
                        <a:rPr lang="en-IN" sz="2000" b="0" i="0" u="none" strike="noStrike" noProof="0" dirty="0">
                          <a:latin typeface="Times New Roman"/>
                        </a:rPr>
                        <a:t>Accurate but requires track unclipping; limited in hot weather.</a:t>
                      </a:r>
                      <a:endParaRPr lang="en-US" sz="2000">
                        <a:latin typeface="Times New Roman"/>
                      </a:endParaRPr>
                    </a:p>
                  </a:txBody>
                  <a:tcPr marL="91437" marR="91437"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33597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
            <a:extLst>
              <a:ext uri="{FF2B5EF4-FFF2-40B4-BE49-F238E27FC236}">
                <a16:creationId xmlns:a16="http://schemas.microsoft.com/office/drawing/2014/main" id="{E7635EB1-6DE3-0FE8-31F2-18FCFC35C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92075"/>
            <a:ext cx="9271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2" descr="vec logo">
            <a:extLst>
              <a:ext uri="{FF2B5EF4-FFF2-40B4-BE49-F238E27FC236}">
                <a16:creationId xmlns:a16="http://schemas.microsoft.com/office/drawing/2014/main" id="{65776B55-CE43-55F8-1CEA-20AF176A4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0" y="0"/>
            <a:ext cx="1038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3">
            <a:extLst>
              <a:ext uri="{FF2B5EF4-FFF2-40B4-BE49-F238E27FC236}">
                <a16:creationId xmlns:a16="http://schemas.microsoft.com/office/drawing/2014/main" id="{F485C5F4-A327-1D18-97D7-391066C30133}"/>
              </a:ext>
            </a:extLst>
          </p:cNvPr>
          <p:cNvSpPr txBox="1">
            <a:spLocks noChangeArrowheads="1"/>
          </p:cNvSpPr>
          <p:nvPr/>
        </p:nvSpPr>
        <p:spPr bwMode="auto">
          <a:xfrm>
            <a:off x="838200" y="201613"/>
            <a:ext cx="10058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SUMMARY OF LITERATURE SURVEY</a:t>
            </a:r>
            <a:endParaRPr lang="en-US" altLang="en-US" b="1" dirty="0"/>
          </a:p>
        </p:txBody>
      </p:sp>
      <p:sp>
        <p:nvSpPr>
          <p:cNvPr id="10245" name="TextBox 5">
            <a:extLst>
              <a:ext uri="{FF2B5EF4-FFF2-40B4-BE49-F238E27FC236}">
                <a16:creationId xmlns:a16="http://schemas.microsoft.com/office/drawing/2014/main" id="{D942E968-CA78-93A9-FB7A-EF793916FC14}"/>
              </a:ext>
            </a:extLst>
          </p:cNvPr>
          <p:cNvSpPr txBox="1">
            <a:spLocks noChangeArrowheads="1"/>
          </p:cNvSpPr>
          <p:nvPr/>
        </p:nvSpPr>
        <p:spPr bwMode="auto">
          <a:xfrm>
            <a:off x="731838" y="6027738"/>
            <a:ext cx="1069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p:txBody>
      </p:sp>
      <p:sp>
        <p:nvSpPr>
          <p:cNvPr id="10246" name="Footer Placeholder 8">
            <a:extLst>
              <a:ext uri="{FF2B5EF4-FFF2-40B4-BE49-F238E27FC236}">
                <a16:creationId xmlns:a16="http://schemas.microsoft.com/office/drawing/2014/main" id="{60C0BE1D-D95D-7011-0E13-C6BB36C268FF}"/>
              </a:ext>
            </a:extLst>
          </p:cNvPr>
          <p:cNvSpPr>
            <a:spLocks noGrp="1"/>
          </p:cNvSpPr>
          <p:nvPr>
            <p:ph type="ftr" sz="quarter" idx="11"/>
          </p:nvPr>
        </p:nvSpPr>
        <p:spPr bwMode="auto">
          <a:xfrm>
            <a:off x="1665288" y="6356350"/>
            <a:ext cx="9471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0247" name="Slide Number Placeholder 9">
            <a:extLst>
              <a:ext uri="{FF2B5EF4-FFF2-40B4-BE49-F238E27FC236}">
                <a16:creationId xmlns:a16="http://schemas.microsoft.com/office/drawing/2014/main" id="{05A1B319-8449-95D8-6148-767BDA6981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594383B0-D65A-49D0-BA31-E78BA3CDC5F1}" type="slidenum">
              <a:rPr lang="en-US" altLang="en-US" sz="1200">
                <a:solidFill>
                  <a:srgbClr val="898989"/>
                </a:solidFill>
              </a:rPr>
              <a:pPr>
                <a:lnSpc>
                  <a:spcPct val="100000"/>
                </a:lnSpc>
                <a:spcBef>
                  <a:spcPct val="0"/>
                </a:spcBef>
                <a:buFontTx/>
                <a:buNone/>
              </a:pPr>
              <a:t>7</a:t>
            </a:fld>
            <a:endParaRPr lang="en-US" altLang="en-US" sz="1200">
              <a:solidFill>
                <a:srgbClr val="898989"/>
              </a:solidFill>
            </a:endParaRPr>
          </a:p>
        </p:txBody>
      </p:sp>
      <p:sp>
        <p:nvSpPr>
          <p:cNvPr id="2" name="TextBox 1">
            <a:extLst>
              <a:ext uri="{FF2B5EF4-FFF2-40B4-BE49-F238E27FC236}">
                <a16:creationId xmlns:a16="http://schemas.microsoft.com/office/drawing/2014/main" id="{1B5C4019-E188-5127-53EC-CDBAA6581D8D}"/>
              </a:ext>
            </a:extLst>
          </p:cNvPr>
          <p:cNvSpPr txBox="1"/>
          <p:nvPr/>
        </p:nvSpPr>
        <p:spPr>
          <a:xfrm>
            <a:off x="1663514" y="1393172"/>
            <a:ext cx="9230715" cy="44493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A4A6A1C1-0757-9747-D028-3E5802BC2DAE}"/>
              </a:ext>
            </a:extLst>
          </p:cNvPr>
          <p:cNvSpPr txBox="1"/>
          <p:nvPr/>
        </p:nvSpPr>
        <p:spPr>
          <a:xfrm>
            <a:off x="2183330" y="1379270"/>
            <a:ext cx="857344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400" dirty="0">
                <a:latin typeface="Times New Roman"/>
                <a:ea typeface="Calibri"/>
                <a:cs typeface="Calibri"/>
              </a:rPr>
              <a:t>Although accurate, the majority of conventional methods (such as rail cutting and VERSE) are intrusive or necessitate track closure.</a:t>
            </a:r>
            <a:endParaRPr lang="en-US" dirty="0">
              <a:latin typeface="Calibri"/>
              <a:ea typeface="Calibri"/>
              <a:cs typeface="Calibri"/>
            </a:endParaRPr>
          </a:p>
          <a:p>
            <a:pPr marL="285750" indent="-285750">
              <a:buFont typeface="Arial" panose="020B0604020202020204" pitchFamily="34" charset="0"/>
              <a:buChar char="•"/>
            </a:pPr>
            <a:r>
              <a:rPr lang="en-US" sz="2400" dirty="0">
                <a:latin typeface="Times New Roman"/>
                <a:ea typeface="Calibri"/>
                <a:cs typeface="Calibri"/>
              </a:rPr>
              <a:t>More non-invasive monitoring is available with recent methods that include strain gauges, digital photography, and vibrational response.</a:t>
            </a:r>
          </a:p>
          <a:p>
            <a:pPr marL="285750" indent="-285750">
              <a:buFont typeface="Arial" panose="020B0604020202020204" pitchFamily="34" charset="0"/>
              <a:buChar char="•"/>
            </a:pPr>
            <a:r>
              <a:rPr lang="en-US" sz="2400" dirty="0">
                <a:latin typeface="Times New Roman"/>
                <a:ea typeface="Calibri"/>
                <a:cs typeface="Calibri"/>
              </a:rPr>
              <a:t>However, dependability is constrained by field conditions, calibration requirements, and sensitivity to outside influences.</a:t>
            </a:r>
          </a:p>
          <a:p>
            <a:pPr marL="285750" indent="-285750">
              <a:buFont typeface="Arial" panose="020B0604020202020204" pitchFamily="34" charset="0"/>
              <a:buChar char="•"/>
            </a:pPr>
            <a:r>
              <a:rPr lang="en-US" sz="2400" dirty="0">
                <a:latin typeface="Times New Roman"/>
                <a:ea typeface="Calibri"/>
                <a:cs typeface="Calibri"/>
              </a:rPr>
              <a:t>Real-time, non-contact, scalable, and programmable rail stress sensing devices are not readily available.</a:t>
            </a:r>
          </a:p>
          <a:p>
            <a:pPr marL="285750" indent="-285750">
              <a:buFont typeface="Arial" panose="020B0604020202020204" pitchFamily="34" charset="0"/>
              <a:buChar char="•"/>
            </a:pPr>
            <a:r>
              <a:rPr lang="en-US" sz="2400" dirty="0">
                <a:latin typeface="Times New Roman"/>
                <a:ea typeface="Calibri"/>
                <a:cs typeface="Calibri"/>
              </a:rPr>
              <a:t>These gaps serve as the basis for the RAILGUARD system, which uses </a:t>
            </a:r>
            <a:r>
              <a:rPr lang="en-US" sz="2400" err="1">
                <a:latin typeface="Times New Roman"/>
                <a:ea typeface="Calibri"/>
                <a:cs typeface="Calibri"/>
              </a:rPr>
              <a:t>mmWave</a:t>
            </a:r>
            <a:r>
              <a:rPr lang="en-US" sz="2400" dirty="0">
                <a:latin typeface="Times New Roman"/>
                <a:ea typeface="Calibri"/>
                <a:cs typeface="Calibri"/>
              </a:rPr>
              <a:t> radar to identify anomalies accurately and in real 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C846-1FE7-F342-CFF1-F9FA2228EBB2}"/>
            </a:ext>
          </a:extLst>
        </p:cNvPr>
        <p:cNvGrpSpPr/>
        <p:nvPr/>
      </p:nvGrpSpPr>
      <p:grpSpPr>
        <a:xfrm>
          <a:off x="0" y="0"/>
          <a:ext cx="0" cy="0"/>
          <a:chOff x="0" y="0"/>
          <a:chExt cx="0" cy="0"/>
        </a:xfrm>
      </p:grpSpPr>
      <p:pic>
        <p:nvPicPr>
          <p:cNvPr id="10242" name="Picture 1">
            <a:extLst>
              <a:ext uri="{FF2B5EF4-FFF2-40B4-BE49-F238E27FC236}">
                <a16:creationId xmlns:a16="http://schemas.microsoft.com/office/drawing/2014/main" id="{4620CC2B-0C39-C04F-2BD0-6C701899D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92075"/>
            <a:ext cx="9271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2" descr="vec logo">
            <a:extLst>
              <a:ext uri="{FF2B5EF4-FFF2-40B4-BE49-F238E27FC236}">
                <a16:creationId xmlns:a16="http://schemas.microsoft.com/office/drawing/2014/main" id="{C1015000-E7F7-655A-A338-BC06C3F7BF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0" y="0"/>
            <a:ext cx="1038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3">
            <a:extLst>
              <a:ext uri="{FF2B5EF4-FFF2-40B4-BE49-F238E27FC236}">
                <a16:creationId xmlns:a16="http://schemas.microsoft.com/office/drawing/2014/main" id="{292B8DDC-39AD-EBC8-2B6F-53AD7A7B2F41}"/>
              </a:ext>
            </a:extLst>
          </p:cNvPr>
          <p:cNvSpPr txBox="1">
            <a:spLocks noChangeArrowheads="1"/>
          </p:cNvSpPr>
          <p:nvPr/>
        </p:nvSpPr>
        <p:spPr bwMode="auto">
          <a:xfrm>
            <a:off x="838200" y="201613"/>
            <a:ext cx="10058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b="1" dirty="0">
                <a:latin typeface="Times New Roman"/>
                <a:cs typeface="Times New Roman"/>
              </a:rPr>
              <a:t>BASE PAPER DETAILS</a:t>
            </a:r>
          </a:p>
        </p:txBody>
      </p:sp>
      <p:sp>
        <p:nvSpPr>
          <p:cNvPr id="10245" name="TextBox 5">
            <a:extLst>
              <a:ext uri="{FF2B5EF4-FFF2-40B4-BE49-F238E27FC236}">
                <a16:creationId xmlns:a16="http://schemas.microsoft.com/office/drawing/2014/main" id="{39593245-A775-D58B-BAAA-EF918142C44B}"/>
              </a:ext>
            </a:extLst>
          </p:cNvPr>
          <p:cNvSpPr txBox="1">
            <a:spLocks noChangeArrowheads="1"/>
          </p:cNvSpPr>
          <p:nvPr/>
        </p:nvSpPr>
        <p:spPr bwMode="auto">
          <a:xfrm>
            <a:off x="731838" y="6027738"/>
            <a:ext cx="1069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p:txBody>
      </p:sp>
      <p:sp>
        <p:nvSpPr>
          <p:cNvPr id="10246" name="Footer Placeholder 8">
            <a:extLst>
              <a:ext uri="{FF2B5EF4-FFF2-40B4-BE49-F238E27FC236}">
                <a16:creationId xmlns:a16="http://schemas.microsoft.com/office/drawing/2014/main" id="{361D514F-7342-CC1F-033D-97CAD8A1D221}"/>
              </a:ext>
            </a:extLst>
          </p:cNvPr>
          <p:cNvSpPr>
            <a:spLocks noGrp="1"/>
          </p:cNvSpPr>
          <p:nvPr>
            <p:ph type="ftr" sz="quarter" idx="11"/>
          </p:nvPr>
        </p:nvSpPr>
        <p:spPr bwMode="auto">
          <a:xfrm>
            <a:off x="1665288" y="6356350"/>
            <a:ext cx="9471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0247" name="Slide Number Placeholder 9">
            <a:extLst>
              <a:ext uri="{FF2B5EF4-FFF2-40B4-BE49-F238E27FC236}">
                <a16:creationId xmlns:a16="http://schemas.microsoft.com/office/drawing/2014/main" id="{792E362B-A1F5-7F71-9CE4-67CBBB38E42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594383B0-D65A-49D0-BA31-E78BA3CDC5F1}" type="slidenum">
              <a:rPr lang="en-US" altLang="en-US" sz="1200">
                <a:solidFill>
                  <a:srgbClr val="898989"/>
                </a:solidFill>
              </a:rPr>
              <a:pPr>
                <a:lnSpc>
                  <a:spcPct val="100000"/>
                </a:lnSpc>
                <a:spcBef>
                  <a:spcPct val="0"/>
                </a:spcBef>
                <a:buFontTx/>
                <a:buNone/>
              </a:pPr>
              <a:t>8</a:t>
            </a:fld>
            <a:endParaRPr lang="en-US" altLang="en-US" sz="1200">
              <a:solidFill>
                <a:srgbClr val="898989"/>
              </a:solidFill>
            </a:endParaRPr>
          </a:p>
        </p:txBody>
      </p:sp>
      <p:sp>
        <p:nvSpPr>
          <p:cNvPr id="4" name="TextBox 3">
            <a:extLst>
              <a:ext uri="{FF2B5EF4-FFF2-40B4-BE49-F238E27FC236}">
                <a16:creationId xmlns:a16="http://schemas.microsoft.com/office/drawing/2014/main" id="{90B24632-B87F-1E08-B631-C6E270C72BBE}"/>
              </a:ext>
            </a:extLst>
          </p:cNvPr>
          <p:cNvSpPr txBox="1"/>
          <p:nvPr/>
        </p:nvSpPr>
        <p:spPr>
          <a:xfrm>
            <a:off x="1033646" y="1379270"/>
            <a:ext cx="1004396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ea typeface="Calibri"/>
                <a:cs typeface="Calibri"/>
              </a:rPr>
              <a:t>Title:</a:t>
            </a:r>
            <a:br>
              <a:rPr lang="en-US" sz="2400" dirty="0">
                <a:latin typeface="Times New Roman"/>
                <a:ea typeface="Calibri"/>
                <a:cs typeface="Calibri"/>
              </a:rPr>
            </a:br>
            <a:r>
              <a:rPr lang="en-US" sz="2400" dirty="0">
                <a:latin typeface="Times New Roman"/>
                <a:ea typeface="Calibri"/>
                <a:cs typeface="Calibri"/>
              </a:rPr>
              <a:t> “A Review of Techniques for Measurement of Forces and Neutral Temperatures in Railway Track”</a:t>
            </a:r>
          </a:p>
          <a:p>
            <a:r>
              <a:rPr lang="en-US" sz="2400" b="1" dirty="0">
                <a:latin typeface="Times New Roman"/>
                <a:ea typeface="Calibri"/>
                <a:cs typeface="Calibri"/>
              </a:rPr>
              <a:t>Authors:</a:t>
            </a:r>
            <a:br>
              <a:rPr lang="en-US" sz="2400" b="1" dirty="0">
                <a:latin typeface="Calibri"/>
                <a:ea typeface="Calibri"/>
                <a:cs typeface="Calibri"/>
              </a:rPr>
            </a:br>
            <a:r>
              <a:rPr lang="en-US" sz="2400" b="1" dirty="0">
                <a:latin typeface="Calibri"/>
                <a:ea typeface="Calibri"/>
                <a:cs typeface="Calibri"/>
              </a:rPr>
              <a:t> </a:t>
            </a:r>
            <a:r>
              <a:rPr lang="en-US" sz="2400" dirty="0">
                <a:latin typeface="Times New Roman"/>
                <a:ea typeface="Calibri"/>
                <a:cs typeface="Calibri"/>
              </a:rPr>
              <a:t>Gary Nicholas, William Gray, Michael Poulter, Rob S. Dwyer-Joyce, Roger Lewis</a:t>
            </a:r>
            <a:endParaRPr lang="en-US">
              <a:latin typeface="Times New Roman"/>
              <a:cs typeface="Times New Roman"/>
            </a:endParaRPr>
          </a:p>
          <a:p>
            <a:r>
              <a:rPr lang="en-US" sz="2400" b="1" dirty="0">
                <a:latin typeface="Times New Roman"/>
                <a:ea typeface="Calibri"/>
                <a:cs typeface="Calibri"/>
              </a:rPr>
              <a:t>Journal Details:</a:t>
            </a:r>
            <a:endParaRPr lang="en-US" b="1" dirty="0">
              <a:latin typeface="Times New Roman"/>
              <a:ea typeface="Calibri"/>
              <a:cs typeface="Calibri"/>
            </a:endParaRPr>
          </a:p>
          <a:p>
            <a:r>
              <a:rPr lang="en-US" sz="2400" dirty="0">
                <a:latin typeface="Times New Roman"/>
                <a:ea typeface="Calibri"/>
                <a:cs typeface="Calibri"/>
              </a:rPr>
              <a:t>Proceedings of the IMechE, Part F: Journal of Rail and Rapid Transit</a:t>
            </a:r>
            <a:endParaRPr lang="en-US">
              <a:latin typeface="Calibri"/>
              <a:ea typeface="Calibri"/>
              <a:cs typeface="Calibri"/>
            </a:endParaRPr>
          </a:p>
          <a:p>
            <a:r>
              <a:rPr lang="en-US" sz="2400" b="1" dirty="0">
                <a:latin typeface="Times New Roman"/>
                <a:ea typeface="Calibri"/>
                <a:cs typeface="Calibri"/>
              </a:rPr>
              <a:t>DOI:</a:t>
            </a:r>
            <a:br>
              <a:rPr lang="en-US" sz="2400" b="1" dirty="0">
                <a:latin typeface="Calibri"/>
                <a:ea typeface="Calibri"/>
                <a:cs typeface="Calibri"/>
              </a:rPr>
            </a:br>
            <a:r>
              <a:rPr lang="en-US" sz="2400" b="1" dirty="0">
                <a:latin typeface="Calibri"/>
                <a:ea typeface="Calibri"/>
                <a:cs typeface="Calibri"/>
              </a:rPr>
              <a:t> </a:t>
            </a:r>
            <a:r>
              <a:rPr lang="en-US" sz="2400" dirty="0">
                <a:latin typeface="Calibri"/>
                <a:ea typeface="Calibri"/>
                <a:cs typeface="Calibri"/>
                <a:hlinkClick r:id="rId5"/>
              </a:rPr>
              <a:t>10.1177/09544097251314907</a:t>
            </a:r>
          </a:p>
          <a:p>
            <a:r>
              <a:rPr lang="en-US" sz="2400" b="1" dirty="0">
                <a:latin typeface="Times New Roman"/>
                <a:ea typeface="Calibri"/>
                <a:cs typeface="Calibri"/>
              </a:rPr>
              <a:t>Publication Date:</a:t>
            </a:r>
          </a:p>
          <a:p>
            <a:r>
              <a:rPr lang="en-US" sz="2400" dirty="0">
                <a:latin typeface="Times New Roman"/>
                <a:ea typeface="Calibri"/>
                <a:cs typeface="Calibri"/>
              </a:rPr>
              <a:t>Volume 239, Issue 4, April 2025</a:t>
            </a:r>
            <a:endParaRPr lang="en-US" dirty="0">
              <a:latin typeface="Times New Roman"/>
            </a:endParaRPr>
          </a:p>
        </p:txBody>
      </p:sp>
    </p:spTree>
    <p:extLst>
      <p:ext uri="{BB962C8B-B14F-4D97-AF65-F5344CB8AC3E}">
        <p14:creationId xmlns:p14="http://schemas.microsoft.com/office/powerpoint/2010/main" val="193244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23D6-BB7A-2F5F-1A04-81BF70FFA21F}"/>
            </a:ext>
          </a:extLst>
        </p:cNvPr>
        <p:cNvGrpSpPr/>
        <p:nvPr/>
      </p:nvGrpSpPr>
      <p:grpSpPr>
        <a:xfrm>
          <a:off x="0" y="0"/>
          <a:ext cx="0" cy="0"/>
          <a:chOff x="0" y="0"/>
          <a:chExt cx="0" cy="0"/>
        </a:xfrm>
      </p:grpSpPr>
      <p:pic>
        <p:nvPicPr>
          <p:cNvPr id="10242" name="Picture 1">
            <a:extLst>
              <a:ext uri="{FF2B5EF4-FFF2-40B4-BE49-F238E27FC236}">
                <a16:creationId xmlns:a16="http://schemas.microsoft.com/office/drawing/2014/main" id="{140BBA2B-DBC6-8ED6-F9C7-710628291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92075"/>
            <a:ext cx="9271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2" descr="vec logo">
            <a:extLst>
              <a:ext uri="{FF2B5EF4-FFF2-40B4-BE49-F238E27FC236}">
                <a16:creationId xmlns:a16="http://schemas.microsoft.com/office/drawing/2014/main" id="{44ED9C9F-41CD-D300-C239-9DD7D3C1A6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0" y="0"/>
            <a:ext cx="1038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3">
            <a:extLst>
              <a:ext uri="{FF2B5EF4-FFF2-40B4-BE49-F238E27FC236}">
                <a16:creationId xmlns:a16="http://schemas.microsoft.com/office/drawing/2014/main" id="{C5826B4C-B159-6496-1B8F-0432D00B77FF}"/>
              </a:ext>
            </a:extLst>
          </p:cNvPr>
          <p:cNvSpPr txBox="1">
            <a:spLocks noChangeArrowheads="1"/>
          </p:cNvSpPr>
          <p:nvPr/>
        </p:nvSpPr>
        <p:spPr bwMode="auto">
          <a:xfrm>
            <a:off x="838200" y="201613"/>
            <a:ext cx="10058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b="1" dirty="0">
                <a:latin typeface="Times New Roman"/>
                <a:cs typeface="Times New Roman"/>
              </a:rPr>
              <a:t>BASE PAPER DETAILS</a:t>
            </a:r>
          </a:p>
        </p:txBody>
      </p:sp>
      <p:sp>
        <p:nvSpPr>
          <p:cNvPr id="10245" name="TextBox 5">
            <a:extLst>
              <a:ext uri="{FF2B5EF4-FFF2-40B4-BE49-F238E27FC236}">
                <a16:creationId xmlns:a16="http://schemas.microsoft.com/office/drawing/2014/main" id="{DC4A4F0F-E435-D8CA-EC60-D8E5D7D100EC}"/>
              </a:ext>
            </a:extLst>
          </p:cNvPr>
          <p:cNvSpPr txBox="1">
            <a:spLocks noChangeArrowheads="1"/>
          </p:cNvSpPr>
          <p:nvPr/>
        </p:nvSpPr>
        <p:spPr bwMode="auto">
          <a:xfrm>
            <a:off x="731838" y="6027738"/>
            <a:ext cx="1069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p:txBody>
      </p:sp>
      <p:sp>
        <p:nvSpPr>
          <p:cNvPr id="10246" name="Footer Placeholder 8">
            <a:extLst>
              <a:ext uri="{FF2B5EF4-FFF2-40B4-BE49-F238E27FC236}">
                <a16:creationId xmlns:a16="http://schemas.microsoft.com/office/drawing/2014/main" id="{A71CD72A-C8E6-D181-43F7-0995EAA826B4}"/>
              </a:ext>
            </a:extLst>
          </p:cNvPr>
          <p:cNvSpPr>
            <a:spLocks noGrp="1"/>
          </p:cNvSpPr>
          <p:nvPr>
            <p:ph type="ftr" sz="quarter" idx="11"/>
          </p:nvPr>
        </p:nvSpPr>
        <p:spPr bwMode="auto">
          <a:xfrm>
            <a:off x="1665288" y="6356350"/>
            <a:ext cx="9471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0247" name="Slide Number Placeholder 9">
            <a:extLst>
              <a:ext uri="{FF2B5EF4-FFF2-40B4-BE49-F238E27FC236}">
                <a16:creationId xmlns:a16="http://schemas.microsoft.com/office/drawing/2014/main" id="{5A4D9E91-A2F4-9494-9D27-59A4AD3F51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594383B0-D65A-49D0-BA31-E78BA3CDC5F1}" type="slidenum">
              <a:rPr lang="en-US" altLang="en-US" sz="1200">
                <a:solidFill>
                  <a:srgbClr val="898989"/>
                </a:solidFill>
              </a:rPr>
              <a:pPr>
                <a:lnSpc>
                  <a:spcPct val="100000"/>
                </a:lnSpc>
                <a:spcBef>
                  <a:spcPct val="0"/>
                </a:spcBef>
                <a:buFontTx/>
                <a:buNone/>
              </a:pPr>
              <a:t>9</a:t>
            </a:fld>
            <a:endParaRPr lang="en-US" altLang="en-US" sz="1200">
              <a:solidFill>
                <a:srgbClr val="898989"/>
              </a:solidFill>
            </a:endParaRPr>
          </a:p>
        </p:txBody>
      </p:sp>
      <p:sp>
        <p:nvSpPr>
          <p:cNvPr id="4" name="TextBox 3">
            <a:extLst>
              <a:ext uri="{FF2B5EF4-FFF2-40B4-BE49-F238E27FC236}">
                <a16:creationId xmlns:a16="http://schemas.microsoft.com/office/drawing/2014/main" id="{ECE2CCAB-38A2-CCC9-7515-C9D6C197C801}"/>
              </a:ext>
            </a:extLst>
          </p:cNvPr>
          <p:cNvSpPr txBox="1"/>
          <p:nvPr/>
        </p:nvSpPr>
        <p:spPr>
          <a:xfrm>
            <a:off x="977180" y="834371"/>
            <a:ext cx="1004396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latin typeface="Times New Roman"/>
              <a:ea typeface="Calibri"/>
              <a:cs typeface="Calibri"/>
            </a:endParaRPr>
          </a:p>
          <a:p>
            <a:r>
              <a:rPr lang="en-US" sz="2400" b="1" dirty="0">
                <a:latin typeface="Times New Roman"/>
                <a:ea typeface="Calibri"/>
                <a:cs typeface="Calibri"/>
              </a:rPr>
              <a:t>Key Takeaways:</a:t>
            </a:r>
            <a:endParaRPr lang="en-US" dirty="0">
              <a:ea typeface="Calibri"/>
              <a:cs typeface="Calibri"/>
            </a:endParaRPr>
          </a:p>
          <a:p>
            <a:pPr marL="342900" indent="-342900">
              <a:buFont typeface="Arial"/>
              <a:buChar char="•"/>
            </a:pPr>
            <a:r>
              <a:rPr lang="en-US" sz="2400" dirty="0">
                <a:latin typeface="Times New Roman"/>
                <a:ea typeface="Calibri"/>
                <a:cs typeface="Calibri"/>
              </a:rPr>
              <a:t>Offers a thorough analysis of NRT (Neutral Rail Temperature) and rail stress testing methods.</a:t>
            </a:r>
          </a:p>
          <a:p>
            <a:pPr marL="342900" indent="-342900">
              <a:buFont typeface="Arial"/>
              <a:buChar char="•"/>
            </a:pPr>
            <a:r>
              <a:rPr lang="en-US" sz="2400" dirty="0">
                <a:latin typeface="Times New Roman"/>
                <a:ea typeface="Calibri"/>
                <a:cs typeface="Calibri"/>
              </a:rPr>
              <a:t>draws attention to the shortcomings of the existing approaches, such as their lack of real-time data, low scalability, and requirement for track closure.</a:t>
            </a:r>
          </a:p>
          <a:p>
            <a:pPr marL="342900" indent="-342900">
              <a:buFont typeface="Arial"/>
              <a:buChar char="•"/>
            </a:pPr>
            <a:r>
              <a:rPr lang="en-US" sz="2400" dirty="0">
                <a:latin typeface="Times New Roman"/>
                <a:ea typeface="Calibri"/>
                <a:cs typeface="Calibri"/>
              </a:rPr>
              <a:t>highlights the rising need for precise, adjustable, and non-contact monitoring solutions.</a:t>
            </a:r>
          </a:p>
          <a:p>
            <a:pPr>
              <a:buFont typeface="Arial"/>
              <a:buChar char="•"/>
            </a:pPr>
            <a:r>
              <a:rPr lang="en-US" sz="2400" dirty="0">
                <a:latin typeface="Times New Roman"/>
                <a:ea typeface="Calibri"/>
                <a:cs typeface="Calibri"/>
              </a:rPr>
              <a:t>By combining </a:t>
            </a:r>
            <a:r>
              <a:rPr lang="en-US" sz="2400" dirty="0" err="1">
                <a:latin typeface="Times New Roman"/>
                <a:ea typeface="Calibri"/>
                <a:cs typeface="Calibri"/>
              </a:rPr>
              <a:t>mmWave</a:t>
            </a:r>
            <a:r>
              <a:rPr lang="en-US" sz="2400" dirty="0">
                <a:latin typeface="Times New Roman"/>
                <a:ea typeface="Calibri"/>
                <a:cs typeface="Calibri"/>
              </a:rPr>
              <a:t> radar, real-time monitoring, and a graphical user interface (GUI)-based alert system, RAILGUARD fills this gap.</a:t>
            </a:r>
          </a:p>
        </p:txBody>
      </p:sp>
    </p:spTree>
    <p:extLst>
      <p:ext uri="{BB962C8B-B14F-4D97-AF65-F5344CB8AC3E}">
        <p14:creationId xmlns:p14="http://schemas.microsoft.com/office/powerpoint/2010/main" val="248167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90601-7942-2BF4-E691-00E6B90F3AF2}"/>
            </a:ext>
          </a:extLst>
        </p:cNvPr>
        <p:cNvGrpSpPr/>
        <p:nvPr/>
      </p:nvGrpSpPr>
      <p:grpSpPr>
        <a:xfrm>
          <a:off x="0" y="0"/>
          <a:ext cx="0" cy="0"/>
          <a:chOff x="0" y="0"/>
          <a:chExt cx="0" cy="0"/>
        </a:xfrm>
      </p:grpSpPr>
      <p:pic>
        <p:nvPicPr>
          <p:cNvPr id="10242" name="Picture 1">
            <a:extLst>
              <a:ext uri="{FF2B5EF4-FFF2-40B4-BE49-F238E27FC236}">
                <a16:creationId xmlns:a16="http://schemas.microsoft.com/office/drawing/2014/main" id="{5D1D88F5-E36E-1825-0E53-B93870C3B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92075"/>
            <a:ext cx="9271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2" descr="vec logo">
            <a:extLst>
              <a:ext uri="{FF2B5EF4-FFF2-40B4-BE49-F238E27FC236}">
                <a16:creationId xmlns:a16="http://schemas.microsoft.com/office/drawing/2014/main" id="{A39128BE-2381-4BD3-2DBE-7F102906A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0" y="0"/>
            <a:ext cx="10382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3">
            <a:extLst>
              <a:ext uri="{FF2B5EF4-FFF2-40B4-BE49-F238E27FC236}">
                <a16:creationId xmlns:a16="http://schemas.microsoft.com/office/drawing/2014/main" id="{48C5844E-CDE1-195D-5231-3FC0D4EEEDCF}"/>
              </a:ext>
            </a:extLst>
          </p:cNvPr>
          <p:cNvSpPr txBox="1">
            <a:spLocks noChangeArrowheads="1"/>
          </p:cNvSpPr>
          <p:nvPr/>
        </p:nvSpPr>
        <p:spPr bwMode="auto">
          <a:xfrm>
            <a:off x="838200" y="201613"/>
            <a:ext cx="10058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US" b="1" dirty="0">
                <a:latin typeface="Times New Roman"/>
                <a:cs typeface="Times New Roman"/>
              </a:rPr>
              <a:t>FLOW DIAGRAM</a:t>
            </a:r>
          </a:p>
        </p:txBody>
      </p:sp>
      <p:sp>
        <p:nvSpPr>
          <p:cNvPr id="10245" name="TextBox 5">
            <a:extLst>
              <a:ext uri="{FF2B5EF4-FFF2-40B4-BE49-F238E27FC236}">
                <a16:creationId xmlns:a16="http://schemas.microsoft.com/office/drawing/2014/main" id="{023E453B-08A1-7902-8538-ECA7C5A91E75}"/>
              </a:ext>
            </a:extLst>
          </p:cNvPr>
          <p:cNvSpPr txBox="1">
            <a:spLocks noChangeArrowheads="1"/>
          </p:cNvSpPr>
          <p:nvPr/>
        </p:nvSpPr>
        <p:spPr bwMode="auto">
          <a:xfrm>
            <a:off x="731838" y="6027738"/>
            <a:ext cx="1069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solidFill>
                <a:srgbClr val="000000"/>
              </a:solidFill>
              <a:latin typeface="Times New Roman" panose="02020603050405020304" pitchFamily="18" charset="0"/>
              <a:cs typeface="Times New Roman" panose="02020603050405020304" pitchFamily="18" charset="0"/>
            </a:endParaRPr>
          </a:p>
        </p:txBody>
      </p:sp>
      <p:sp>
        <p:nvSpPr>
          <p:cNvPr id="10246" name="Footer Placeholder 8">
            <a:extLst>
              <a:ext uri="{FF2B5EF4-FFF2-40B4-BE49-F238E27FC236}">
                <a16:creationId xmlns:a16="http://schemas.microsoft.com/office/drawing/2014/main" id="{3A262062-115F-0F85-F332-3BA1E0666B92}"/>
              </a:ext>
            </a:extLst>
          </p:cNvPr>
          <p:cNvSpPr>
            <a:spLocks noGrp="1"/>
          </p:cNvSpPr>
          <p:nvPr>
            <p:ph type="ftr" sz="quarter" idx="11"/>
          </p:nvPr>
        </p:nvSpPr>
        <p:spPr bwMode="auto">
          <a:xfrm>
            <a:off x="1665288" y="6356350"/>
            <a:ext cx="9471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0247" name="Slide Number Placeholder 9">
            <a:extLst>
              <a:ext uri="{FF2B5EF4-FFF2-40B4-BE49-F238E27FC236}">
                <a16:creationId xmlns:a16="http://schemas.microsoft.com/office/drawing/2014/main" id="{B4DDE987-2D91-87F1-74B1-12A077C5BC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594383B0-D65A-49D0-BA31-E78BA3CDC5F1}" type="slidenum">
              <a:rPr lang="en-US" altLang="en-US" sz="1200">
                <a:solidFill>
                  <a:srgbClr val="898989"/>
                </a:solidFill>
              </a:rPr>
              <a:pPr>
                <a:lnSpc>
                  <a:spcPct val="100000"/>
                </a:lnSpc>
                <a:spcBef>
                  <a:spcPct val="0"/>
                </a:spcBef>
                <a:buFontTx/>
                <a:buNone/>
              </a:pPr>
              <a:t>10</a:t>
            </a:fld>
            <a:endParaRPr lang="en-US" altLang="en-US" sz="1200">
              <a:solidFill>
                <a:srgbClr val="898989"/>
              </a:solidFill>
            </a:endParaRPr>
          </a:p>
        </p:txBody>
      </p:sp>
      <p:pic>
        <p:nvPicPr>
          <p:cNvPr id="3" name="Picture 2">
            <a:extLst>
              <a:ext uri="{FF2B5EF4-FFF2-40B4-BE49-F238E27FC236}">
                <a16:creationId xmlns:a16="http://schemas.microsoft.com/office/drawing/2014/main" id="{0FF0714C-A8AC-A68A-1E2E-BE5CE3B8E15F}"/>
              </a:ext>
            </a:extLst>
          </p:cNvPr>
          <p:cNvPicPr>
            <a:picLocks noChangeAspect="1"/>
          </p:cNvPicPr>
          <p:nvPr/>
        </p:nvPicPr>
        <p:blipFill>
          <a:blip r:embed="rId5"/>
          <a:srcRect l="8619" t="46169" r="16940" b="17413"/>
          <a:stretch>
            <a:fillRect/>
          </a:stretch>
        </p:blipFill>
        <p:spPr>
          <a:xfrm>
            <a:off x="388938" y="1238250"/>
            <a:ext cx="11566501" cy="4789488"/>
          </a:xfrm>
          <a:prstGeom prst="rect">
            <a:avLst/>
          </a:prstGeom>
        </p:spPr>
      </p:pic>
    </p:spTree>
    <p:extLst>
      <p:ext uri="{BB962C8B-B14F-4D97-AF65-F5344CB8AC3E}">
        <p14:creationId xmlns:p14="http://schemas.microsoft.com/office/powerpoint/2010/main" val="2420081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
            <a:extLst>
              <a:ext uri="{FF2B5EF4-FFF2-40B4-BE49-F238E27FC236}">
                <a16:creationId xmlns:a16="http://schemas.microsoft.com/office/drawing/2014/main" id="{03C0F225-199F-3FED-8528-5ECB2E8B2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AA720727-6017-26B9-7DCF-11A1BF685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4FF83341-3E76-6E88-6DE1-05719E1B3B0A}"/>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a:cs typeface="Times New Roman"/>
              </a:rPr>
              <a:t>HARDWARE AND SOFTWARE COMPONENTS </a:t>
            </a:r>
            <a:endParaRPr lang="en-US" altLang="en-US" b="1" dirty="0">
              <a:latin typeface="Times New Roman" panose="02020603050405020304" pitchFamily="18" charset="0"/>
              <a:cs typeface="Times New Roman" panose="02020603050405020304" pitchFamily="18" charset="0"/>
            </a:endParaRPr>
          </a:p>
        </p:txBody>
      </p:sp>
      <p:sp>
        <p:nvSpPr>
          <p:cNvPr id="12294" name="TextBox 10">
            <a:extLst>
              <a:ext uri="{FF2B5EF4-FFF2-40B4-BE49-F238E27FC236}">
                <a16:creationId xmlns:a16="http://schemas.microsoft.com/office/drawing/2014/main" id="{E1CB11F0-1FB9-A547-92C6-874B46DF83CD}"/>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AAC1BDCC-109C-6B3B-3440-9E7A24C17DDC}"/>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E6753D00-7545-F33E-0C43-F222DE78B4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11</a:t>
            </a:fld>
            <a:endParaRPr lang="en-US" altLang="en-US" sz="1200">
              <a:solidFill>
                <a:srgbClr val="898989"/>
              </a:solidFill>
            </a:endParaRPr>
          </a:p>
        </p:txBody>
      </p:sp>
      <p:sp>
        <p:nvSpPr>
          <p:cNvPr id="2" name="TextBox 1">
            <a:extLst>
              <a:ext uri="{FF2B5EF4-FFF2-40B4-BE49-F238E27FC236}">
                <a16:creationId xmlns:a16="http://schemas.microsoft.com/office/drawing/2014/main" id="{0D210A5A-60DB-A8E4-6580-54CC3F2E0CA2}"/>
              </a:ext>
            </a:extLst>
          </p:cNvPr>
          <p:cNvSpPr txBox="1"/>
          <p:nvPr/>
        </p:nvSpPr>
        <p:spPr>
          <a:xfrm>
            <a:off x="914919" y="1226823"/>
            <a:ext cx="10606087"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ea typeface="Calibri"/>
                <a:cs typeface="Calibri"/>
              </a:rPr>
              <a:t>HARDWARE REQUIREMENTS</a:t>
            </a:r>
          </a:p>
          <a:p>
            <a:pPr marL="342900" indent="-342900">
              <a:buFont typeface="Arial" panose="020B0604020202020204" pitchFamily="34" charset="0"/>
              <a:buChar char="•"/>
            </a:pPr>
            <a:r>
              <a:rPr lang="en-US" sz="2000" dirty="0">
                <a:latin typeface="Times New Roman"/>
                <a:ea typeface="Calibri"/>
                <a:cs typeface="Calibri"/>
              </a:rPr>
              <a:t>TI IWR6843ISK - </a:t>
            </a:r>
            <a:r>
              <a:rPr lang="en-US" sz="2000" dirty="0" err="1">
                <a:latin typeface="Times New Roman"/>
                <a:ea typeface="Calibri"/>
                <a:cs typeface="Calibri"/>
              </a:rPr>
              <a:t>mmWave</a:t>
            </a:r>
            <a:r>
              <a:rPr lang="en-US" sz="2000" dirty="0">
                <a:latin typeface="Times New Roman"/>
                <a:ea typeface="Calibri"/>
                <a:cs typeface="Calibri"/>
              </a:rPr>
              <a:t> radar sensor for rod/track displacement detection</a:t>
            </a:r>
          </a:p>
          <a:p>
            <a:pPr marL="342900" indent="-342900">
              <a:buFont typeface="Arial" panose="020B0604020202020204" pitchFamily="34" charset="0"/>
              <a:buChar char="•"/>
            </a:pPr>
            <a:r>
              <a:rPr lang="en-US" sz="2000" dirty="0">
                <a:latin typeface="Times New Roman"/>
                <a:ea typeface="Calibri"/>
                <a:cs typeface="Calibri"/>
              </a:rPr>
              <a:t>Tripod / Fixed Mount - To position radar accurately near rails or testbed</a:t>
            </a:r>
          </a:p>
          <a:p>
            <a:pPr marL="342900" indent="-342900">
              <a:buFont typeface="Arial" panose="020B0604020202020204" pitchFamily="34" charset="0"/>
              <a:buChar char="•"/>
            </a:pPr>
            <a:r>
              <a:rPr lang="en-US" sz="2000" dirty="0">
                <a:latin typeface="Times New Roman"/>
                <a:ea typeface="Calibri"/>
                <a:cs typeface="Calibri"/>
              </a:rPr>
              <a:t>Metal Rods/Reflectors - Act as proxy targets for displacement detection</a:t>
            </a:r>
          </a:p>
          <a:p>
            <a:pPr marL="342900" indent="-342900">
              <a:buFont typeface="Arial" panose="020B0604020202020204" pitchFamily="34" charset="0"/>
              <a:buChar char="•"/>
            </a:pPr>
            <a:r>
              <a:rPr lang="en-US" sz="2000" dirty="0">
                <a:latin typeface="Times New Roman"/>
                <a:ea typeface="Calibri"/>
                <a:cs typeface="Calibri"/>
              </a:rPr>
              <a:t>5V Power Supply / USB - Power the radar (via USB or external supply)</a:t>
            </a:r>
          </a:p>
          <a:p>
            <a:pPr marL="342900" indent="-342900">
              <a:buFont typeface="Arial" panose="020B0604020202020204" pitchFamily="34" charset="0"/>
              <a:buChar char="•"/>
            </a:pPr>
            <a:r>
              <a:rPr lang="en-US" sz="2000" dirty="0">
                <a:latin typeface="Times New Roman"/>
                <a:ea typeface="Calibri"/>
                <a:cs typeface="Calibri"/>
              </a:rPr>
              <a:t>Laptop/PC - For visualization, flashing, debugging</a:t>
            </a:r>
          </a:p>
          <a:p>
            <a:pPr marL="342900" indent="-342900">
              <a:buFont typeface="Arial" panose="020B0604020202020204" pitchFamily="34" charset="0"/>
              <a:buChar char="•"/>
            </a:pPr>
            <a:r>
              <a:rPr lang="en-US" sz="2000" dirty="0">
                <a:latin typeface="Times New Roman"/>
                <a:ea typeface="Calibri"/>
                <a:cs typeface="Calibri"/>
              </a:rPr>
              <a:t>3D-Printed Casing - Custom-designed enclosure to securely house the IWR6843ISK.</a:t>
            </a:r>
          </a:p>
          <a:p>
            <a:endParaRPr lang="en-US" sz="2000" dirty="0">
              <a:latin typeface="Times New Roman"/>
              <a:ea typeface="Calibri"/>
              <a:cs typeface="Calibri"/>
            </a:endParaRPr>
          </a:p>
          <a:p>
            <a:r>
              <a:rPr lang="en-US" sz="2000" b="1" dirty="0">
                <a:latin typeface="Times New Roman"/>
                <a:ea typeface="Calibri"/>
                <a:cs typeface="Calibri"/>
              </a:rPr>
              <a:t>SOFTWARE REQUIREMENTS</a:t>
            </a:r>
          </a:p>
          <a:p>
            <a:pPr marL="342900" indent="-342900">
              <a:buFont typeface="Arial" panose="020B0604020202020204" pitchFamily="34" charset="0"/>
              <a:buChar char="•"/>
            </a:pPr>
            <a:r>
              <a:rPr lang="en-US" sz="2000" dirty="0">
                <a:latin typeface="Times New Roman"/>
                <a:ea typeface="Calibri"/>
                <a:cs typeface="Calibri"/>
              </a:rPr>
              <a:t>TI </a:t>
            </a:r>
            <a:r>
              <a:rPr lang="en-US" sz="2000" dirty="0" err="1">
                <a:latin typeface="Times New Roman"/>
                <a:ea typeface="Calibri"/>
                <a:cs typeface="Calibri"/>
              </a:rPr>
              <a:t>mmWave</a:t>
            </a:r>
            <a:r>
              <a:rPr lang="en-US" sz="2000" dirty="0">
                <a:latin typeface="Times New Roman"/>
                <a:ea typeface="Calibri"/>
                <a:cs typeface="Calibri"/>
              </a:rPr>
              <a:t> SDK 3.6 - Core software framework for 6843ISK (includes </a:t>
            </a:r>
            <a:r>
              <a:rPr lang="en-US" sz="2000" dirty="0" err="1">
                <a:latin typeface="Times New Roman"/>
                <a:ea typeface="Calibri"/>
                <a:cs typeface="Calibri"/>
              </a:rPr>
              <a:t>mmw</a:t>
            </a:r>
            <a:r>
              <a:rPr lang="en-US" sz="2000" dirty="0">
                <a:latin typeface="Times New Roman"/>
                <a:ea typeface="Calibri"/>
                <a:cs typeface="Calibri"/>
              </a:rPr>
              <a:t> demo firmware)</a:t>
            </a:r>
          </a:p>
          <a:p>
            <a:pPr marL="342900" indent="-342900">
              <a:buFont typeface="Arial" panose="020B0604020202020204" pitchFamily="34" charset="0"/>
              <a:buChar char="•"/>
            </a:pPr>
            <a:r>
              <a:rPr lang="en-US" sz="2000" dirty="0">
                <a:latin typeface="Times New Roman"/>
                <a:ea typeface="Calibri"/>
                <a:cs typeface="Calibri"/>
              </a:rPr>
              <a:t>TI </a:t>
            </a:r>
            <a:r>
              <a:rPr lang="en-US" sz="2000" dirty="0" err="1">
                <a:latin typeface="Times New Roman"/>
                <a:ea typeface="Calibri"/>
                <a:cs typeface="Calibri"/>
              </a:rPr>
              <a:t>UniFlash</a:t>
            </a:r>
            <a:r>
              <a:rPr lang="en-US" sz="2000" dirty="0">
                <a:latin typeface="Times New Roman"/>
                <a:ea typeface="Calibri"/>
                <a:cs typeface="Calibri"/>
              </a:rPr>
              <a:t> - Flash firmware to the IWR6843ISK</a:t>
            </a:r>
          </a:p>
          <a:p>
            <a:pPr marL="342900" indent="-342900">
              <a:buFont typeface="Arial" panose="020B0604020202020204" pitchFamily="34" charset="0"/>
              <a:buChar char="•"/>
            </a:pPr>
            <a:r>
              <a:rPr lang="en-US" sz="2000" dirty="0" err="1">
                <a:latin typeface="Times New Roman"/>
                <a:ea typeface="Calibri"/>
                <a:cs typeface="Calibri"/>
              </a:rPr>
              <a:t>mmWave</a:t>
            </a:r>
            <a:r>
              <a:rPr lang="en-US" sz="2000" dirty="0">
                <a:latin typeface="Times New Roman"/>
                <a:ea typeface="Calibri"/>
                <a:cs typeface="Calibri"/>
              </a:rPr>
              <a:t> Demo Visualizer - Visualize point cloud and rod movement detection</a:t>
            </a:r>
          </a:p>
          <a:p>
            <a:pPr marL="342900" indent="-342900">
              <a:buFont typeface="Arial" panose="020B0604020202020204" pitchFamily="34" charset="0"/>
              <a:buChar char="•"/>
            </a:pPr>
            <a:r>
              <a:rPr lang="en-US" sz="2000" dirty="0" err="1">
                <a:latin typeface="Times New Roman"/>
                <a:ea typeface="Calibri"/>
                <a:cs typeface="Calibri"/>
              </a:rPr>
              <a:t>Teraterm</a:t>
            </a:r>
            <a:r>
              <a:rPr lang="en-US" sz="2000" dirty="0">
                <a:latin typeface="Times New Roman"/>
                <a:ea typeface="Calibri"/>
                <a:cs typeface="Calibri"/>
              </a:rPr>
              <a:t> / PuTTY - Monitor UART output (optional debugging/logging)</a:t>
            </a:r>
          </a:p>
          <a:p>
            <a:pPr marL="342900" indent="-342900">
              <a:buFont typeface="Arial" panose="020B0604020202020204" pitchFamily="34" charset="0"/>
              <a:buChar char="•"/>
            </a:pPr>
            <a:r>
              <a:rPr lang="en-US" sz="2000" dirty="0">
                <a:latin typeface="Times New Roman"/>
                <a:ea typeface="Calibri"/>
                <a:cs typeface="Calibri"/>
              </a:rPr>
              <a:t>TI </a:t>
            </a:r>
            <a:r>
              <a:rPr lang="en-US" sz="2000" dirty="0" err="1">
                <a:latin typeface="Times New Roman"/>
                <a:ea typeface="Calibri"/>
                <a:cs typeface="Calibri"/>
              </a:rPr>
              <a:t>mmWave</a:t>
            </a:r>
            <a:r>
              <a:rPr lang="en-US" sz="2000" dirty="0">
                <a:latin typeface="Times New Roman"/>
                <a:ea typeface="Calibri"/>
                <a:cs typeface="Calibri"/>
              </a:rPr>
              <a:t> Industrial Toolbox - Prebuilt examples, config templates, MATLAB tools</a:t>
            </a:r>
          </a:p>
          <a:p>
            <a:pPr marL="342900" indent="-342900">
              <a:buFont typeface="Arial" panose="020B0604020202020204" pitchFamily="34" charset="0"/>
              <a:buChar char="•"/>
            </a:pPr>
            <a:r>
              <a:rPr lang="en-US" sz="2000" dirty="0">
                <a:latin typeface="Times New Roman"/>
                <a:ea typeface="Calibri"/>
                <a:cs typeface="Calibri"/>
              </a:rPr>
              <a:t>SolidWorks - Design 3D-printed enclosure for radar + stable mounting</a:t>
            </a:r>
          </a:p>
          <a:p>
            <a:pPr marL="342900" indent="-342900">
              <a:buFont typeface="Arial" panose="020B0604020202020204" pitchFamily="34" charset="0"/>
              <a:buChar char="•"/>
            </a:pPr>
            <a:r>
              <a:rPr lang="en-US" sz="2000" dirty="0">
                <a:latin typeface="Times New Roman"/>
                <a:ea typeface="Calibri"/>
                <a:cs typeface="Calibri"/>
              </a:rPr>
              <a:t>Custom .</a:t>
            </a:r>
            <a:r>
              <a:rPr lang="en-US" sz="2000" dirty="0" err="1">
                <a:latin typeface="Times New Roman"/>
                <a:ea typeface="Calibri"/>
                <a:cs typeface="Calibri"/>
              </a:rPr>
              <a:t>cfg</a:t>
            </a:r>
            <a:r>
              <a:rPr lang="en-US" sz="2000" dirty="0">
                <a:latin typeface="Times New Roman"/>
                <a:ea typeface="Calibri"/>
                <a:cs typeface="Calibri"/>
              </a:rPr>
              <a:t> File - Define range profile, clutter removal, etc. tuned to your setup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CF434-E2BF-9C92-0517-608000BC0BD9}"/>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09347555-2920-D019-3971-83EAA9C94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75DA1DC0-CDF6-168B-38EA-4338ED9ED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59EE29B8-2D23-0CEA-605E-8E5639494867}"/>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BASE SETUP OF THE PROJECT</a:t>
            </a:r>
          </a:p>
        </p:txBody>
      </p:sp>
      <p:sp>
        <p:nvSpPr>
          <p:cNvPr id="12294" name="TextBox 10">
            <a:extLst>
              <a:ext uri="{FF2B5EF4-FFF2-40B4-BE49-F238E27FC236}">
                <a16:creationId xmlns:a16="http://schemas.microsoft.com/office/drawing/2014/main" id="{5FB90435-A0EF-7627-7D2C-712C1115E31A}"/>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B5A47BE6-7AA6-9BBE-92CA-DC83B1F1C453}"/>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FBA622E8-EC76-4D13-3A90-1A6B5A7834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12</a:t>
            </a:fld>
            <a:endParaRPr lang="en-US" altLang="en-US" sz="1200">
              <a:solidFill>
                <a:srgbClr val="898989"/>
              </a:solidFill>
            </a:endParaRPr>
          </a:p>
        </p:txBody>
      </p:sp>
      <p:sp>
        <p:nvSpPr>
          <p:cNvPr id="2" name="TextBox 1">
            <a:extLst>
              <a:ext uri="{FF2B5EF4-FFF2-40B4-BE49-F238E27FC236}">
                <a16:creationId xmlns:a16="http://schemas.microsoft.com/office/drawing/2014/main" id="{B7796639-1A36-BA9B-D368-F75E4F539F91}"/>
              </a:ext>
            </a:extLst>
          </p:cNvPr>
          <p:cNvSpPr txBox="1"/>
          <p:nvPr/>
        </p:nvSpPr>
        <p:spPr>
          <a:xfrm>
            <a:off x="1008856" y="1003300"/>
            <a:ext cx="1077356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000" dirty="0">
                <a:latin typeface="Times New Roman"/>
                <a:ea typeface="Calibri"/>
                <a:cs typeface="Calibri"/>
              </a:rPr>
              <a:t>The end goal of the project is to detect the amount of displacement that the railway tracks go through due to thermal effects. For that, a base setup will require </a:t>
            </a:r>
            <a:r>
              <a:rPr lang="en-US" sz="2000" b="1" dirty="0">
                <a:latin typeface="Times New Roman"/>
                <a:ea typeface="Calibri"/>
                <a:cs typeface="Calibri"/>
              </a:rPr>
              <a:t>DETECTION OF RODS </a:t>
            </a:r>
            <a:r>
              <a:rPr lang="en-US" sz="2000" dirty="0">
                <a:latin typeface="Times New Roman"/>
                <a:ea typeface="Calibri"/>
                <a:cs typeface="Calibri"/>
              </a:rPr>
              <a:t>by the </a:t>
            </a:r>
            <a:r>
              <a:rPr lang="en-US" sz="2000" b="1" dirty="0">
                <a:latin typeface="Times New Roman"/>
                <a:ea typeface="Calibri"/>
                <a:cs typeface="Calibri"/>
              </a:rPr>
              <a:t>IWR6843ISK. </a:t>
            </a:r>
            <a:r>
              <a:rPr lang="en-US" sz="2000" dirty="0">
                <a:latin typeface="Times New Roman"/>
                <a:ea typeface="Calibri"/>
                <a:cs typeface="Calibri"/>
              </a:rPr>
              <a:t>The below pictures are when the setup is done in accordance with initial calibration readings</a:t>
            </a:r>
            <a:r>
              <a:rPr lang="en-US" sz="2000" b="1" dirty="0">
                <a:latin typeface="Times New Roman"/>
                <a:ea typeface="Calibri"/>
                <a:cs typeface="Calibri"/>
              </a:rPr>
              <a:t> (18 cm from the board and 5 cm in between the rods).</a:t>
            </a:r>
          </a:p>
        </p:txBody>
      </p:sp>
      <p:pic>
        <p:nvPicPr>
          <p:cNvPr id="4" name="Picture 3">
            <a:extLst>
              <a:ext uri="{FF2B5EF4-FFF2-40B4-BE49-F238E27FC236}">
                <a16:creationId xmlns:a16="http://schemas.microsoft.com/office/drawing/2014/main" id="{DC5C188E-C9B9-69A5-F249-08B742F60565}"/>
              </a:ext>
            </a:extLst>
          </p:cNvPr>
          <p:cNvPicPr>
            <a:picLocks noChangeAspect="1"/>
          </p:cNvPicPr>
          <p:nvPr/>
        </p:nvPicPr>
        <p:blipFill>
          <a:blip r:embed="rId4"/>
          <a:stretch>
            <a:fillRect/>
          </a:stretch>
        </p:blipFill>
        <p:spPr>
          <a:xfrm>
            <a:off x="1398588" y="2326740"/>
            <a:ext cx="5162850" cy="3946658"/>
          </a:xfrm>
          <a:prstGeom prst="rect">
            <a:avLst/>
          </a:prstGeom>
        </p:spPr>
      </p:pic>
      <p:pic>
        <p:nvPicPr>
          <p:cNvPr id="5" name="Picture 4">
            <a:extLst>
              <a:ext uri="{FF2B5EF4-FFF2-40B4-BE49-F238E27FC236}">
                <a16:creationId xmlns:a16="http://schemas.microsoft.com/office/drawing/2014/main" id="{56544472-BCAA-F070-8968-88B7F5CDB78C}"/>
              </a:ext>
            </a:extLst>
          </p:cNvPr>
          <p:cNvPicPr>
            <a:picLocks noChangeAspect="1"/>
          </p:cNvPicPr>
          <p:nvPr/>
        </p:nvPicPr>
        <p:blipFill>
          <a:blip r:embed="rId5"/>
          <a:stretch>
            <a:fillRect/>
          </a:stretch>
        </p:blipFill>
        <p:spPr>
          <a:xfrm>
            <a:off x="6672649" y="2326739"/>
            <a:ext cx="4544765" cy="2165239"/>
          </a:xfrm>
          <a:prstGeom prst="rect">
            <a:avLst/>
          </a:prstGeom>
        </p:spPr>
      </p:pic>
      <p:pic>
        <p:nvPicPr>
          <p:cNvPr id="6" name="Picture 5">
            <a:extLst>
              <a:ext uri="{FF2B5EF4-FFF2-40B4-BE49-F238E27FC236}">
                <a16:creationId xmlns:a16="http://schemas.microsoft.com/office/drawing/2014/main" id="{0750A3C7-1D1F-0B77-C086-46438BCDAF4B}"/>
              </a:ext>
            </a:extLst>
          </p:cNvPr>
          <p:cNvPicPr>
            <a:picLocks noChangeAspect="1"/>
          </p:cNvPicPr>
          <p:nvPr/>
        </p:nvPicPr>
        <p:blipFill>
          <a:blip r:embed="rId6"/>
          <a:stretch>
            <a:fillRect/>
          </a:stretch>
        </p:blipFill>
        <p:spPr>
          <a:xfrm>
            <a:off x="6672650" y="4308964"/>
            <a:ext cx="4544766" cy="1964433"/>
          </a:xfrm>
          <a:prstGeom prst="rect">
            <a:avLst/>
          </a:prstGeom>
        </p:spPr>
      </p:pic>
    </p:spTree>
    <p:extLst>
      <p:ext uri="{BB962C8B-B14F-4D97-AF65-F5344CB8AC3E}">
        <p14:creationId xmlns:p14="http://schemas.microsoft.com/office/powerpoint/2010/main" val="1158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B690-EDF2-FAA3-D2B9-098ADA3ABA6A}"/>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18F65A7A-10DF-478B-7AFD-83F4A1D009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AAD0307D-0A68-4ED0-08EC-FF7B31997D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8791167F-B3DD-A15B-0AAD-2ED86772FD4E}"/>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BASE OUTPUT OF THE PROJECT</a:t>
            </a:r>
          </a:p>
        </p:txBody>
      </p:sp>
      <p:sp>
        <p:nvSpPr>
          <p:cNvPr id="12294" name="TextBox 10">
            <a:extLst>
              <a:ext uri="{FF2B5EF4-FFF2-40B4-BE49-F238E27FC236}">
                <a16:creationId xmlns:a16="http://schemas.microsoft.com/office/drawing/2014/main" id="{68731732-E4C6-C1AD-03D3-492C156CC9A0}"/>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022732BD-B05F-AD1A-0600-20E7DEBC16FB}"/>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3A057B46-8894-F9A1-C208-3FA4DE64158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13</a:t>
            </a:fld>
            <a:endParaRPr lang="en-US" altLang="en-US" sz="1200">
              <a:solidFill>
                <a:srgbClr val="898989"/>
              </a:solidFill>
            </a:endParaRPr>
          </a:p>
        </p:txBody>
      </p:sp>
      <p:pic>
        <p:nvPicPr>
          <p:cNvPr id="5" name="Picture 4">
            <a:extLst>
              <a:ext uri="{FF2B5EF4-FFF2-40B4-BE49-F238E27FC236}">
                <a16:creationId xmlns:a16="http://schemas.microsoft.com/office/drawing/2014/main" id="{F0B6DC1E-6323-AE5D-6D8D-AA5CF35BDD08}"/>
              </a:ext>
            </a:extLst>
          </p:cNvPr>
          <p:cNvPicPr>
            <a:picLocks noChangeAspect="1"/>
          </p:cNvPicPr>
          <p:nvPr/>
        </p:nvPicPr>
        <p:blipFill>
          <a:blip r:embed="rId5"/>
          <a:stretch>
            <a:fillRect/>
          </a:stretch>
        </p:blipFill>
        <p:spPr>
          <a:xfrm>
            <a:off x="1008856" y="1003300"/>
            <a:ext cx="10606087" cy="5312662"/>
          </a:xfrm>
          <a:prstGeom prst="rect">
            <a:avLst/>
          </a:prstGeom>
        </p:spPr>
      </p:pic>
    </p:spTree>
    <p:extLst>
      <p:ext uri="{BB962C8B-B14F-4D97-AF65-F5344CB8AC3E}">
        <p14:creationId xmlns:p14="http://schemas.microsoft.com/office/powerpoint/2010/main" val="1195503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0D206-9676-C77D-4B52-4F6AC32FD714}"/>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47A5EF32-BA81-85DD-0671-88D59000FB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016509FE-73B5-FC9C-A395-3EAFE9C2C5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1261C74F-DC1B-01E7-54AC-2D238A1A0232}"/>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BASE OUTPUT OF THE PROJECT</a:t>
            </a:r>
          </a:p>
        </p:txBody>
      </p:sp>
      <p:sp>
        <p:nvSpPr>
          <p:cNvPr id="12294" name="TextBox 10">
            <a:extLst>
              <a:ext uri="{FF2B5EF4-FFF2-40B4-BE49-F238E27FC236}">
                <a16:creationId xmlns:a16="http://schemas.microsoft.com/office/drawing/2014/main" id="{9DB73CD4-143E-D47C-0065-D391F8D6AE37}"/>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CA3C3EE9-88AA-3D37-48EA-2B7531B561DD}"/>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9908ED07-ECBE-49C3-4290-E8460CAB517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14</a:t>
            </a:fld>
            <a:endParaRPr lang="en-US" altLang="en-US" sz="1200">
              <a:solidFill>
                <a:srgbClr val="898989"/>
              </a:solidFill>
            </a:endParaRPr>
          </a:p>
        </p:txBody>
      </p:sp>
      <p:pic>
        <p:nvPicPr>
          <p:cNvPr id="4" name="Picture 3">
            <a:extLst>
              <a:ext uri="{FF2B5EF4-FFF2-40B4-BE49-F238E27FC236}">
                <a16:creationId xmlns:a16="http://schemas.microsoft.com/office/drawing/2014/main" id="{5CE8E9EE-F4EC-96A8-9903-380F7D88EF58}"/>
              </a:ext>
            </a:extLst>
          </p:cNvPr>
          <p:cNvPicPr>
            <a:picLocks noChangeAspect="1"/>
          </p:cNvPicPr>
          <p:nvPr/>
        </p:nvPicPr>
        <p:blipFill>
          <a:blip r:embed="rId5"/>
          <a:stretch>
            <a:fillRect/>
          </a:stretch>
        </p:blipFill>
        <p:spPr>
          <a:xfrm>
            <a:off x="182562" y="1003300"/>
            <a:ext cx="5832706" cy="5372100"/>
          </a:xfrm>
          <a:prstGeom prst="rect">
            <a:avLst/>
          </a:prstGeom>
        </p:spPr>
      </p:pic>
      <p:sp>
        <p:nvSpPr>
          <p:cNvPr id="2" name="TextBox 1">
            <a:extLst>
              <a:ext uri="{FF2B5EF4-FFF2-40B4-BE49-F238E27FC236}">
                <a16:creationId xmlns:a16="http://schemas.microsoft.com/office/drawing/2014/main" id="{33196155-2406-061F-FC63-F4A1899C2B33}"/>
              </a:ext>
            </a:extLst>
          </p:cNvPr>
          <p:cNvSpPr txBox="1"/>
          <p:nvPr/>
        </p:nvSpPr>
        <p:spPr>
          <a:xfrm>
            <a:off x="5817326" y="1147762"/>
            <a:ext cx="6084162"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mmWave</a:t>
            </a:r>
            <a:r>
              <a:rPr lang="en-US" sz="2000" dirty="0">
                <a:latin typeface="Times New Roman" panose="02020603050405020304" pitchFamily="18" charset="0"/>
                <a:cs typeface="Times New Roman" panose="02020603050405020304" pitchFamily="18" charset="0"/>
              </a:rPr>
              <a:t> visualizer successfully detects the rods placed during the setup.</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Range Profile Graph</a:t>
            </a:r>
            <a:r>
              <a:rPr lang="en-US" sz="2000" dirty="0">
                <a:latin typeface="Times New Roman" panose="02020603050405020304" pitchFamily="18" charset="0"/>
                <a:cs typeface="Times New Roman" panose="02020603050405020304" pitchFamily="18" charset="0"/>
              </a:rPr>
              <a:t>: Peaks indicate reflections from rods at the calibrated distance (18 cm from board, 5 cm separation).</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Scatter/Detection Plot</a:t>
            </a:r>
            <a:r>
              <a:rPr lang="en-US" sz="2000" dirty="0">
                <a:latin typeface="Times New Roman" panose="02020603050405020304" pitchFamily="18" charset="0"/>
                <a:cs typeface="Times New Roman" panose="02020603050405020304" pitchFamily="18" charset="0"/>
              </a:rPr>
              <a:t>: Shows the rods as distinct points, confirming correct positioning.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output validates that the radar can differentiate multiple static metallic objects.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proves the feasibility of using the setup to monitor displacement in railway tracks.</a:t>
            </a:r>
          </a:p>
        </p:txBody>
      </p:sp>
    </p:spTree>
    <p:extLst>
      <p:ext uri="{BB962C8B-B14F-4D97-AF65-F5344CB8AC3E}">
        <p14:creationId xmlns:p14="http://schemas.microsoft.com/office/powerpoint/2010/main" val="3204633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C744-B21D-CA7C-579E-9CD20364BB74}"/>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81333D3A-CBD3-CB57-E414-6CE3FC3B3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716B6537-6AA2-2F60-1837-91FCAA641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DCA3F505-C3CD-F00D-2588-E4AA5542328F}"/>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BASE OUTPUT OF THE PROJECT</a:t>
            </a:r>
          </a:p>
        </p:txBody>
      </p:sp>
      <p:sp>
        <p:nvSpPr>
          <p:cNvPr id="12294" name="TextBox 10">
            <a:extLst>
              <a:ext uri="{FF2B5EF4-FFF2-40B4-BE49-F238E27FC236}">
                <a16:creationId xmlns:a16="http://schemas.microsoft.com/office/drawing/2014/main" id="{237E505B-DF0A-64D0-28BC-3B70D301F6B7}"/>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1E07852A-C2FF-253D-4DAF-5124C36917C1}"/>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C848A371-787D-FFD4-755D-7F97822B802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15</a:t>
            </a:fld>
            <a:endParaRPr lang="en-US" altLang="en-US" sz="1200" dirty="0">
              <a:solidFill>
                <a:srgbClr val="898989"/>
              </a:solidFill>
            </a:endParaRPr>
          </a:p>
        </p:txBody>
      </p:sp>
      <p:pic>
        <p:nvPicPr>
          <p:cNvPr id="3" name="Picture 2">
            <a:extLst>
              <a:ext uri="{FF2B5EF4-FFF2-40B4-BE49-F238E27FC236}">
                <a16:creationId xmlns:a16="http://schemas.microsoft.com/office/drawing/2014/main" id="{1308C540-175C-8BBB-DDAA-7329B6AF0D35}"/>
              </a:ext>
            </a:extLst>
          </p:cNvPr>
          <p:cNvPicPr>
            <a:picLocks noChangeAspect="1"/>
          </p:cNvPicPr>
          <p:nvPr/>
        </p:nvPicPr>
        <p:blipFill>
          <a:blip r:embed="rId4"/>
          <a:stretch>
            <a:fillRect/>
          </a:stretch>
        </p:blipFill>
        <p:spPr>
          <a:xfrm>
            <a:off x="736600" y="1095375"/>
            <a:ext cx="10950303" cy="5124450"/>
          </a:xfrm>
          <a:prstGeom prst="rect">
            <a:avLst/>
          </a:prstGeom>
        </p:spPr>
      </p:pic>
    </p:spTree>
    <p:extLst>
      <p:ext uri="{BB962C8B-B14F-4D97-AF65-F5344CB8AC3E}">
        <p14:creationId xmlns:p14="http://schemas.microsoft.com/office/powerpoint/2010/main" val="1218247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6AEFA-FD95-42CE-369F-5423924A998C}"/>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E229735E-2A22-CC27-96C3-2F5C2A06D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6DBEBDDD-9BB6-90B6-EC8C-AEAA024EA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40E773E4-AA8D-AB33-04D2-99546F6069AF}"/>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BASE OUTPUT OF THE PROJECT</a:t>
            </a:r>
          </a:p>
        </p:txBody>
      </p:sp>
      <p:sp>
        <p:nvSpPr>
          <p:cNvPr id="12294" name="TextBox 10">
            <a:extLst>
              <a:ext uri="{FF2B5EF4-FFF2-40B4-BE49-F238E27FC236}">
                <a16:creationId xmlns:a16="http://schemas.microsoft.com/office/drawing/2014/main" id="{FD29DC72-98BE-6014-7543-A7361ADF8AC6}"/>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02A81F13-2355-0E1A-36A1-15CF76133949}"/>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9229F1ED-F69B-122F-216D-687047DCA8B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16</a:t>
            </a:fld>
            <a:endParaRPr lang="en-US" altLang="en-US" sz="1200" dirty="0">
              <a:solidFill>
                <a:srgbClr val="898989"/>
              </a:solidFill>
            </a:endParaRPr>
          </a:p>
        </p:txBody>
      </p:sp>
      <p:sp>
        <p:nvSpPr>
          <p:cNvPr id="2" name="TextBox 1">
            <a:extLst>
              <a:ext uri="{FF2B5EF4-FFF2-40B4-BE49-F238E27FC236}">
                <a16:creationId xmlns:a16="http://schemas.microsoft.com/office/drawing/2014/main" id="{29BE0895-F429-966E-D2E5-A953AB6EB688}"/>
              </a:ext>
            </a:extLst>
          </p:cNvPr>
          <p:cNvSpPr txBox="1"/>
          <p:nvPr/>
        </p:nvSpPr>
        <p:spPr>
          <a:xfrm>
            <a:off x="6635040" y="1353810"/>
            <a:ext cx="4973486"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Range-Doppler plot</a:t>
            </a:r>
            <a:r>
              <a:rPr lang="en-US" sz="2000" dirty="0">
                <a:latin typeface="Times New Roman" panose="02020603050405020304" pitchFamily="18" charset="0"/>
                <a:cs typeface="Times New Roman" panose="02020603050405020304" pitchFamily="18" charset="0"/>
              </a:rPr>
              <a:t> confirms that the detected rods are </a:t>
            </a:r>
            <a:r>
              <a:rPr lang="en-US" sz="2000" dirty="0" err="1">
                <a:latin typeface="Times New Roman" panose="02020603050405020304" pitchFamily="18" charset="0"/>
                <a:cs typeface="Times New Roman" panose="02020603050405020304" pitchFamily="18" charset="0"/>
              </a:rPr>
              <a:t>sttic</a:t>
            </a:r>
            <a:r>
              <a:rPr lang="en-US" sz="2000" dirty="0">
                <a:latin typeface="Times New Roman" panose="02020603050405020304" pitchFamily="18" charset="0"/>
                <a:cs typeface="Times New Roman" panose="02020603050405020304" pitchFamily="18" charset="0"/>
              </a:rPr>
              <a:t> objects (no Doppler shift observed).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scatter plot</a:t>
            </a:r>
            <a:r>
              <a:rPr lang="en-US" sz="2000" dirty="0">
                <a:latin typeface="Times New Roman" panose="02020603050405020304" pitchFamily="18" charset="0"/>
                <a:cs typeface="Times New Roman" panose="02020603050405020304" pitchFamily="18" charset="0"/>
              </a:rPr>
              <a:t> shows accurate positioning of rods at the calibrated distance.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Output remains stable across frames, validating consistency of detection.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Confirms the radar’s capability to detect multiple stationary metallic objects in real-time.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results strengthen the feasibility of extending the setup to monitor railway track displacement.</a:t>
            </a:r>
          </a:p>
        </p:txBody>
      </p:sp>
      <p:pic>
        <p:nvPicPr>
          <p:cNvPr id="4" name="Picture 3">
            <a:extLst>
              <a:ext uri="{FF2B5EF4-FFF2-40B4-BE49-F238E27FC236}">
                <a16:creationId xmlns:a16="http://schemas.microsoft.com/office/drawing/2014/main" id="{F53FE85A-F74B-57F0-515E-A46D6FA213A0}"/>
              </a:ext>
            </a:extLst>
          </p:cNvPr>
          <p:cNvPicPr>
            <a:picLocks noChangeAspect="1"/>
          </p:cNvPicPr>
          <p:nvPr/>
        </p:nvPicPr>
        <p:blipFill>
          <a:blip r:embed="rId4"/>
          <a:stretch>
            <a:fillRect/>
          </a:stretch>
        </p:blipFill>
        <p:spPr>
          <a:xfrm>
            <a:off x="1048914" y="1247775"/>
            <a:ext cx="5586126" cy="5120616"/>
          </a:xfrm>
          <a:prstGeom prst="rect">
            <a:avLst/>
          </a:prstGeom>
        </p:spPr>
      </p:pic>
    </p:spTree>
    <p:extLst>
      <p:ext uri="{BB962C8B-B14F-4D97-AF65-F5344CB8AC3E}">
        <p14:creationId xmlns:p14="http://schemas.microsoft.com/office/powerpoint/2010/main" val="3137614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27B1C-A055-102F-5F5E-128E85C584AF}"/>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F3DA6470-E819-AC03-191B-362FEDC54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4F833509-D1D4-2B60-6F59-EAC7781C0F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189DD1E9-59B3-F6C1-E527-337E67396341}"/>
              </a:ext>
            </a:extLst>
          </p:cNvPr>
          <p:cNvSpPr txBox="1">
            <a:spLocks noChangeArrowheads="1"/>
          </p:cNvSpPr>
          <p:nvPr/>
        </p:nvSpPr>
        <p:spPr bwMode="auto">
          <a:xfrm>
            <a:off x="355600" y="421332"/>
            <a:ext cx="11480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sz="2400" b="1" dirty="0">
                <a:latin typeface="Times New Roman" panose="02020603050405020304" pitchFamily="18" charset="0"/>
                <a:cs typeface="Times New Roman" panose="02020603050405020304" pitchFamily="18" charset="0"/>
              </a:rPr>
              <a:t>INITIAL CALIBRATION READINGS AND TEST RESULTS</a:t>
            </a:r>
          </a:p>
        </p:txBody>
      </p:sp>
      <p:sp>
        <p:nvSpPr>
          <p:cNvPr id="12294" name="TextBox 10">
            <a:extLst>
              <a:ext uri="{FF2B5EF4-FFF2-40B4-BE49-F238E27FC236}">
                <a16:creationId xmlns:a16="http://schemas.microsoft.com/office/drawing/2014/main" id="{CC7B5313-4987-E445-1759-F875D1E62C4F}"/>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2A0E0BB4-907D-5B72-6312-2FDCE0E2EC44}"/>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DDE923C0-CAB7-D910-D5DF-AAABD1B01F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17</a:t>
            </a:fld>
            <a:endParaRPr lang="en-US" altLang="en-US" sz="1200">
              <a:solidFill>
                <a:srgbClr val="898989"/>
              </a:solidFill>
            </a:endParaRPr>
          </a:p>
        </p:txBody>
      </p:sp>
      <p:sp>
        <p:nvSpPr>
          <p:cNvPr id="2" name="TextBox 1">
            <a:extLst>
              <a:ext uri="{FF2B5EF4-FFF2-40B4-BE49-F238E27FC236}">
                <a16:creationId xmlns:a16="http://schemas.microsoft.com/office/drawing/2014/main" id="{0EC90892-1D21-6331-AC2B-91DF3620D392}"/>
              </a:ext>
            </a:extLst>
          </p:cNvPr>
          <p:cNvSpPr txBox="1"/>
          <p:nvPr/>
        </p:nvSpPr>
        <p:spPr>
          <a:xfrm>
            <a:off x="409575" y="1003300"/>
            <a:ext cx="1149191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ea typeface="Calibri"/>
                <a:cs typeface="Calibri"/>
              </a:rPr>
              <a:t>This data table illustrates the system's ability to accurately detect and measure changes in the separation between the rods. The initial calibration (Test 1 &amp; 2) establishes a stable baseline, while subsequent tests (3-5) demonstrate the system's sensitivity to minor displacements and its ability to identify critical-level expansion.</a:t>
            </a:r>
          </a:p>
        </p:txBody>
      </p:sp>
      <p:pic>
        <p:nvPicPr>
          <p:cNvPr id="3" name="Picture 2">
            <a:extLst>
              <a:ext uri="{FF2B5EF4-FFF2-40B4-BE49-F238E27FC236}">
                <a16:creationId xmlns:a16="http://schemas.microsoft.com/office/drawing/2014/main" id="{2CBD6E4D-0EF8-47B6-37A3-F5629FD721C9}"/>
              </a:ext>
            </a:extLst>
          </p:cNvPr>
          <p:cNvPicPr>
            <a:picLocks noChangeAspect="1"/>
          </p:cNvPicPr>
          <p:nvPr/>
        </p:nvPicPr>
        <p:blipFill>
          <a:blip r:embed="rId4"/>
          <a:stretch>
            <a:fillRect/>
          </a:stretch>
        </p:blipFill>
        <p:spPr>
          <a:xfrm>
            <a:off x="471488" y="1794350"/>
            <a:ext cx="11364912" cy="2088717"/>
          </a:xfrm>
          <a:prstGeom prst="rect">
            <a:avLst/>
          </a:prstGeom>
        </p:spPr>
      </p:pic>
      <p:sp>
        <p:nvSpPr>
          <p:cNvPr id="7" name="TextBox 6">
            <a:extLst>
              <a:ext uri="{FF2B5EF4-FFF2-40B4-BE49-F238E27FC236}">
                <a16:creationId xmlns:a16="http://schemas.microsoft.com/office/drawing/2014/main" id="{6D998648-58E4-C96D-3ED4-B8B38AB8B0E6}"/>
              </a:ext>
            </a:extLst>
          </p:cNvPr>
          <p:cNvSpPr txBox="1"/>
          <p:nvPr/>
        </p:nvSpPr>
        <p:spPr>
          <a:xfrm>
            <a:off x="409575" y="3841098"/>
            <a:ext cx="11667666" cy="255454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sng" strike="noStrike" kern="1200" cap="none" spc="0" normalizeH="0" baseline="0" noProof="0" dirty="0">
                <a:ln>
                  <a:noFill/>
                </a:ln>
                <a:solidFill>
                  <a:prstClr val="black"/>
                </a:solidFill>
                <a:effectLst/>
                <a:uLnTx/>
                <a:uFillTx/>
                <a:latin typeface="Times New Roman"/>
                <a:ea typeface="Calibri"/>
                <a:cs typeface="Calibri"/>
              </a:rPr>
              <a:t>Advanced Data Acquisition and Noise Mitigation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a:ea typeface="Calibri"/>
                <a:cs typeface="Calibri"/>
              </a:rPr>
              <a:t>The IWR6843ISK board features an integrated FFT accelerator and digital signal processor (DSP), which provide powerful, inbuilt filtering capabilities to resist external noise and improve data quality. However, to achieve the high accuracy and range required for subtle thermal displacement detection, relying on default hardware alone is not enough. A configuration file is used to precisely customize the sensor's performance. This allows us to modify key radar parameters like chirp and frame settings to optimize range, resolution, and signal-to-noise ratio. By tailoring these settings, we can ensure the system maintains reliable and accurate data acquisition, which is essential for the long-term integrity of a track displacement monitoring system.</a:t>
            </a:r>
          </a:p>
        </p:txBody>
      </p:sp>
    </p:spTree>
    <p:extLst>
      <p:ext uri="{BB962C8B-B14F-4D97-AF65-F5344CB8AC3E}">
        <p14:creationId xmlns:p14="http://schemas.microsoft.com/office/powerpoint/2010/main" val="74538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4EE0-6CE4-BF60-B727-239170C5C770}"/>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751C81BF-F1CD-8CFD-53DF-94713B7B8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441B6CA7-C5B9-5F8F-F2FB-D279375E9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D3914E4E-878C-9308-B069-C870FAA06478}"/>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CONFIGURATION FILE PREPARATION</a:t>
            </a:r>
          </a:p>
        </p:txBody>
      </p:sp>
      <p:sp>
        <p:nvSpPr>
          <p:cNvPr id="12294" name="TextBox 10">
            <a:extLst>
              <a:ext uri="{FF2B5EF4-FFF2-40B4-BE49-F238E27FC236}">
                <a16:creationId xmlns:a16="http://schemas.microsoft.com/office/drawing/2014/main" id="{911C764B-3A6B-F535-6F3D-070532E459A7}"/>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FFE5C54F-3391-7C3E-C16F-73661ADC4E39}"/>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030A599D-8163-D965-5D96-BB9A4BEF316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18</a:t>
            </a:fld>
            <a:endParaRPr lang="en-US" altLang="en-US" sz="1200">
              <a:solidFill>
                <a:srgbClr val="898989"/>
              </a:solidFill>
            </a:endParaRPr>
          </a:p>
        </p:txBody>
      </p:sp>
      <p:sp>
        <p:nvSpPr>
          <p:cNvPr id="5" name="TextBox 4">
            <a:extLst>
              <a:ext uri="{FF2B5EF4-FFF2-40B4-BE49-F238E27FC236}">
                <a16:creationId xmlns:a16="http://schemas.microsoft.com/office/drawing/2014/main" id="{1C12B1CA-23E9-3314-24B7-A06840BD3459}"/>
              </a:ext>
            </a:extLst>
          </p:cNvPr>
          <p:cNvSpPr txBox="1"/>
          <p:nvPr/>
        </p:nvSpPr>
        <p:spPr>
          <a:xfrm>
            <a:off x="6096000" y="1484729"/>
            <a:ext cx="5945658" cy="470898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mmWave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Sensing Estimator (TI Tool)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used to design the configuration file for the IWR6843ISK.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Parameters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frequency range (60–64 GHz), bandwidth (4 GHz), and transmit power (12 dBm)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set to achieve higher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Scene parameters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tuned to optimize for short-range, high-resolution detection (range resolution ~5 cm, max detectable range ~10 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Adjusted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chirp configuration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(frequency slope, number of samples per chirp, and frame periodicity) to balance accuracy and real-time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configuration ensures improved target separation and reduces noise in the detection outputs.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file generated here will be uploaded into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mmWave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 visualizer for testing.</a:t>
            </a:r>
          </a:p>
        </p:txBody>
      </p:sp>
      <p:pic>
        <p:nvPicPr>
          <p:cNvPr id="6" name="Picture 5">
            <a:extLst>
              <a:ext uri="{FF2B5EF4-FFF2-40B4-BE49-F238E27FC236}">
                <a16:creationId xmlns:a16="http://schemas.microsoft.com/office/drawing/2014/main" id="{2C17AC39-E4DE-18CE-9417-6644DAB9BD33}"/>
              </a:ext>
            </a:extLst>
          </p:cNvPr>
          <p:cNvPicPr>
            <a:picLocks noChangeAspect="1"/>
          </p:cNvPicPr>
          <p:nvPr/>
        </p:nvPicPr>
        <p:blipFill>
          <a:blip r:embed="rId4"/>
          <a:stretch>
            <a:fillRect/>
          </a:stretch>
        </p:blipFill>
        <p:spPr>
          <a:xfrm>
            <a:off x="301625" y="1713857"/>
            <a:ext cx="5604906" cy="4250724"/>
          </a:xfrm>
          <a:prstGeom prst="rect">
            <a:avLst/>
          </a:prstGeom>
        </p:spPr>
      </p:pic>
    </p:spTree>
    <p:extLst>
      <p:ext uri="{BB962C8B-B14F-4D97-AF65-F5344CB8AC3E}">
        <p14:creationId xmlns:p14="http://schemas.microsoft.com/office/powerpoint/2010/main" val="1699872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0B60-0B0E-E903-9358-C586470EE348}"/>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37B1407D-7A81-BD88-C221-DA45FD99F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37E1B8AE-8038-EF6B-6E1F-43B1399A7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B6ED3839-A2B3-76DB-B3D8-6B54CBCCD5AF}"/>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FINAL CONFIGURATION FILE CODE</a:t>
            </a:r>
          </a:p>
        </p:txBody>
      </p:sp>
      <p:sp>
        <p:nvSpPr>
          <p:cNvPr id="12294" name="TextBox 10">
            <a:extLst>
              <a:ext uri="{FF2B5EF4-FFF2-40B4-BE49-F238E27FC236}">
                <a16:creationId xmlns:a16="http://schemas.microsoft.com/office/drawing/2014/main" id="{73F57683-DC58-9F0B-98D7-E0781C946DB9}"/>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B2F034BB-8ADE-9C1E-D72C-35D5BB3F95C7}"/>
              </a:ext>
            </a:extLst>
          </p:cNvPr>
          <p:cNvSpPr>
            <a:spLocks noGrp="1"/>
          </p:cNvSpPr>
          <p:nvPr>
            <p:ph type="ftr" sz="quarter" idx="11"/>
          </p:nvPr>
        </p:nvSpPr>
        <p:spPr bwMode="auto">
          <a:xfrm>
            <a:off x="1597025" y="6356350"/>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CDBFF06D-9145-B701-5CC9-3151D4719F3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19</a:t>
            </a:fld>
            <a:endParaRPr lang="en-US" altLang="en-US" sz="1200">
              <a:solidFill>
                <a:srgbClr val="898989"/>
              </a:solidFill>
            </a:endParaRPr>
          </a:p>
        </p:txBody>
      </p:sp>
      <p:sp>
        <p:nvSpPr>
          <p:cNvPr id="5" name="TextBox 4">
            <a:extLst>
              <a:ext uri="{FF2B5EF4-FFF2-40B4-BE49-F238E27FC236}">
                <a16:creationId xmlns:a16="http://schemas.microsoft.com/office/drawing/2014/main" id="{30CFA85C-7487-A843-A867-24200B64800A}"/>
              </a:ext>
            </a:extLst>
          </p:cNvPr>
          <p:cNvSpPr txBox="1"/>
          <p:nvPr/>
        </p:nvSpPr>
        <p:spPr>
          <a:xfrm>
            <a:off x="471488" y="1050865"/>
            <a:ext cx="11570170" cy="532453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configuration of the IWR6843ISK mm Wave radar was generated using the TI mm Wave Sensing Estimator and validated through the mm Wave Demo Visualizer. It defines optimized parameters for precise, short-range displacement detection in railway tracks.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Parameters: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Frequency: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60–64 GHz</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Bandwidth: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GHz (≈ 5 cm range resolution)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Maximum Range: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m</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Transmit Power: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 dBm</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 Rate: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monitoring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Mode: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CFAR-based adaptive thresholding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Static Target Detection: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Enabled for rail surfaces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Configuration Snippet: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cfarCfg -1 0 2 8 4 3 0 8 0</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cfarCfg -1 1 0 4 2 3 1 8 0</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staticDetectionCfg 1 1 4 16 256 0</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Outcome: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detection stability, improved SNR, and reliable sub-centimeter displacement measurement.</a:t>
            </a:r>
          </a:p>
        </p:txBody>
      </p:sp>
    </p:spTree>
    <p:extLst>
      <p:ext uri="{BB962C8B-B14F-4D97-AF65-F5344CB8AC3E}">
        <p14:creationId xmlns:p14="http://schemas.microsoft.com/office/powerpoint/2010/main" val="578747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1B576-E02E-9F1C-B8F7-7ECBAA9EE571}"/>
            </a:ext>
          </a:extLst>
        </p:cNvPr>
        <p:cNvGrpSpPr/>
        <p:nvPr/>
      </p:nvGrpSpPr>
      <p:grpSpPr>
        <a:xfrm>
          <a:off x="0" y="0"/>
          <a:ext cx="0" cy="0"/>
          <a:chOff x="0" y="0"/>
          <a:chExt cx="0" cy="0"/>
        </a:xfrm>
      </p:grpSpPr>
      <p:pic>
        <p:nvPicPr>
          <p:cNvPr id="12290" name="Picture 1">
            <a:extLst>
              <a:ext uri="{FF2B5EF4-FFF2-40B4-BE49-F238E27FC236}">
                <a16:creationId xmlns:a16="http://schemas.microsoft.com/office/drawing/2014/main" id="{E0C8F066-3CAC-55E7-3DF7-7D823FDD9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2" descr="vec logo">
            <a:extLst>
              <a:ext uri="{FF2B5EF4-FFF2-40B4-BE49-F238E27FC236}">
                <a16:creationId xmlns:a16="http://schemas.microsoft.com/office/drawing/2014/main" id="{B345D568-FF36-78AA-4B70-AA4C5FB81D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3">
            <a:extLst>
              <a:ext uri="{FF2B5EF4-FFF2-40B4-BE49-F238E27FC236}">
                <a16:creationId xmlns:a16="http://schemas.microsoft.com/office/drawing/2014/main" id="{C13EBC16-8DAA-3123-2405-2FAF715DD17D}"/>
              </a:ext>
            </a:extLst>
          </p:cNvPr>
          <p:cNvSpPr txBox="1">
            <a:spLocks noChangeArrowheads="1"/>
          </p:cNvSpPr>
          <p:nvPr/>
        </p:nvSpPr>
        <p:spPr bwMode="auto">
          <a:xfrm>
            <a:off x="301625" y="482600"/>
            <a:ext cx="11480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b="1" dirty="0">
                <a:latin typeface="Times New Roman" panose="02020603050405020304" pitchFamily="18" charset="0"/>
                <a:cs typeface="Times New Roman" panose="02020603050405020304" pitchFamily="18" charset="0"/>
              </a:rPr>
              <a:t>BREAKDOWN OF CONFIGURATION FILE CODE</a:t>
            </a:r>
          </a:p>
        </p:txBody>
      </p:sp>
      <p:sp>
        <p:nvSpPr>
          <p:cNvPr id="12294" name="TextBox 10">
            <a:extLst>
              <a:ext uri="{FF2B5EF4-FFF2-40B4-BE49-F238E27FC236}">
                <a16:creationId xmlns:a16="http://schemas.microsoft.com/office/drawing/2014/main" id="{91B81EC9-B8D6-48AF-9FE7-764FD49F43BD}"/>
              </a:ext>
            </a:extLst>
          </p:cNvPr>
          <p:cNvSpPr txBox="1">
            <a:spLocks noChangeArrowheads="1"/>
          </p:cNvSpPr>
          <p:nvPr/>
        </p:nvSpPr>
        <p:spPr bwMode="auto">
          <a:xfrm>
            <a:off x="849313" y="6211888"/>
            <a:ext cx="10606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dirty="0">
              <a:latin typeface="Times New Roman" panose="02020603050405020304" pitchFamily="18" charset="0"/>
              <a:cs typeface="Times New Roman" panose="02020603050405020304" pitchFamily="18" charset="0"/>
            </a:endParaRPr>
          </a:p>
        </p:txBody>
      </p:sp>
      <p:sp>
        <p:nvSpPr>
          <p:cNvPr id="12295" name="Footer Placeholder 7">
            <a:extLst>
              <a:ext uri="{FF2B5EF4-FFF2-40B4-BE49-F238E27FC236}">
                <a16:creationId xmlns:a16="http://schemas.microsoft.com/office/drawing/2014/main" id="{EF6219DA-9B5E-1955-BCC4-024D565E4FC6}"/>
              </a:ext>
            </a:extLst>
          </p:cNvPr>
          <p:cNvSpPr>
            <a:spLocks noGrp="1"/>
          </p:cNvSpPr>
          <p:nvPr>
            <p:ph type="ftr" sz="quarter" idx="11"/>
          </p:nvPr>
        </p:nvSpPr>
        <p:spPr bwMode="auto">
          <a:xfrm>
            <a:off x="1590440" y="6448852"/>
            <a:ext cx="942975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p>
        </p:txBody>
      </p:sp>
      <p:sp>
        <p:nvSpPr>
          <p:cNvPr id="12296" name="Slide Number Placeholder 8">
            <a:extLst>
              <a:ext uri="{FF2B5EF4-FFF2-40B4-BE49-F238E27FC236}">
                <a16:creationId xmlns:a16="http://schemas.microsoft.com/office/drawing/2014/main" id="{D94970C4-F430-D9F9-F34F-AA0395F730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A275654-F3F1-466A-81A7-5DA717124407}" type="slidenum">
              <a:rPr lang="en-US" altLang="en-US" sz="1200">
                <a:solidFill>
                  <a:srgbClr val="898989"/>
                </a:solidFill>
              </a:rPr>
              <a:pPr>
                <a:lnSpc>
                  <a:spcPct val="100000"/>
                </a:lnSpc>
                <a:spcBef>
                  <a:spcPct val="0"/>
                </a:spcBef>
                <a:buFontTx/>
                <a:buNone/>
              </a:pPr>
              <a:t>20</a:t>
            </a:fld>
            <a:endParaRPr lang="en-US" altLang="en-US" sz="1200">
              <a:solidFill>
                <a:srgbClr val="898989"/>
              </a:solidFill>
            </a:endParaRPr>
          </a:p>
        </p:txBody>
      </p:sp>
      <p:sp>
        <p:nvSpPr>
          <p:cNvPr id="5" name="TextBox 4">
            <a:extLst>
              <a:ext uri="{FF2B5EF4-FFF2-40B4-BE49-F238E27FC236}">
                <a16:creationId xmlns:a16="http://schemas.microsoft.com/office/drawing/2014/main" id="{001E0785-BB54-D3D3-538F-0FF2AA2D1016}"/>
              </a:ext>
            </a:extLst>
          </p:cNvPr>
          <p:cNvSpPr txBox="1"/>
          <p:nvPr/>
        </p:nvSpPr>
        <p:spPr>
          <a:xfrm>
            <a:off x="709142" y="1061344"/>
            <a:ext cx="11192345" cy="5262979"/>
          </a:xfrm>
          <a:prstGeom prst="rect">
            <a:avLst/>
          </a:prstGeom>
          <a:noFill/>
        </p:spPr>
        <p:txBody>
          <a:bodyPr wrap="square">
            <a:spAutoFit/>
          </a:bodyPr>
          <a:lstStyle/>
          <a:p>
            <a:pPr>
              <a:buNone/>
            </a:pPr>
            <a:r>
              <a:rPr lang="en-IN" sz="1400" dirty="0">
                <a:latin typeface="Times New Roman" panose="02020603050405020304" pitchFamily="18" charset="0"/>
                <a:cs typeface="Times New Roman" panose="02020603050405020304" pitchFamily="18" charset="0"/>
              </a:rPr>
              <a:t>The configuration file defines radar processing parameters for target detection, classification, and signal optimization.</a:t>
            </a:r>
          </a:p>
          <a:p>
            <a:pPr>
              <a:buNone/>
            </a:pPr>
            <a:r>
              <a:rPr lang="en-IN" sz="1400" b="1" dirty="0">
                <a:latin typeface="Times New Roman" panose="02020603050405020304" pitchFamily="18" charset="0"/>
                <a:cs typeface="Times New Roman" panose="02020603050405020304" pitchFamily="18" charset="0"/>
              </a:rPr>
              <a:t>1. CFAR Configuration (cfarCfg)</a:t>
            </a:r>
          </a:p>
          <a:p>
            <a:pPr>
              <a:buNone/>
            </a:pPr>
            <a:r>
              <a:rPr lang="en-IN" sz="1400" b="1" dirty="0">
                <a:latin typeface="Times New Roman" panose="02020603050405020304" pitchFamily="18" charset="0"/>
                <a:cs typeface="Times New Roman" panose="02020603050405020304" pitchFamily="18" charset="0"/>
              </a:rPr>
              <a:t>Purpose:</a:t>
            </a:r>
            <a:r>
              <a:rPr lang="en-IN" sz="1400" dirty="0">
                <a:latin typeface="Times New Roman" panose="02020603050405020304" pitchFamily="18" charset="0"/>
                <a:cs typeface="Times New Roman" panose="02020603050405020304" pitchFamily="18" charset="0"/>
              </a:rPr>
              <a:t> Adaptive thresholding to detect valid reflections while minimizing noise.</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Commands:</a:t>
            </a:r>
            <a:endParaRPr lang="en-IN" sz="1400" dirty="0">
              <a:latin typeface="Times New Roman" panose="02020603050405020304" pitchFamily="18" charset="0"/>
              <a:cs typeface="Times New Roman" panose="02020603050405020304" pitchFamily="18" charset="0"/>
            </a:endParaRPr>
          </a:p>
          <a:p>
            <a:pPr rtl="0">
              <a:buNone/>
            </a:pPr>
            <a:r>
              <a:rPr lang="en-IN" sz="1400" dirty="0">
                <a:latin typeface="Times New Roman" panose="02020603050405020304" pitchFamily="18" charset="0"/>
                <a:cs typeface="Times New Roman" panose="02020603050405020304" pitchFamily="18" charset="0"/>
              </a:rPr>
              <a:t>cfarCfg -1 0 2 8 4 3 0 8 0  </a:t>
            </a:r>
          </a:p>
          <a:p>
            <a:pPr rtl="0">
              <a:buNone/>
            </a:pPr>
            <a:r>
              <a:rPr lang="en-IN" sz="1400" dirty="0">
                <a:latin typeface="Times New Roman" panose="02020603050405020304" pitchFamily="18" charset="0"/>
                <a:cs typeface="Times New Roman" panose="02020603050405020304" pitchFamily="18" charset="0"/>
              </a:rPr>
              <a:t>cfarCfg -1 1 0 4 2 3 1 8 0  </a:t>
            </a:r>
          </a:p>
          <a:p>
            <a:pPr>
              <a:buNone/>
            </a:pPr>
            <a:r>
              <a:rPr lang="en-IN" sz="1400" b="1" dirty="0">
                <a:latin typeface="Times New Roman" panose="02020603050405020304" pitchFamily="18" charset="0"/>
                <a:cs typeface="Times New Roman" panose="02020603050405020304" pitchFamily="18" charset="0"/>
              </a:rPr>
              <a:t>Key Parameters:</a:t>
            </a:r>
            <a:endParaRPr lang="en-IN"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Domain (0 = Range, 1 = Doppler):</a:t>
            </a:r>
            <a:r>
              <a:rPr lang="en-IN" sz="1400" dirty="0">
                <a:latin typeface="Times New Roman" panose="02020603050405020304" pitchFamily="18" charset="0"/>
                <a:cs typeface="Times New Roman" panose="02020603050405020304" pitchFamily="18" charset="0"/>
              </a:rPr>
              <a:t> Sets where CFAR operates.</a:t>
            </a: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Window &amp; Guard Cells:</a:t>
            </a:r>
            <a:r>
              <a:rPr lang="en-IN" sz="1400" dirty="0">
                <a:latin typeface="Times New Roman" panose="02020603050405020304" pitchFamily="18" charset="0"/>
                <a:cs typeface="Times New Roman" panose="02020603050405020304" pitchFamily="18" charset="0"/>
              </a:rPr>
              <a:t> Define the neighbourhood for noise estimation.</a:t>
            </a: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Threshold Scaling:</a:t>
            </a:r>
            <a:r>
              <a:rPr lang="en-IN" sz="1400" dirty="0">
                <a:latin typeface="Times New Roman" panose="02020603050405020304" pitchFamily="18" charset="0"/>
                <a:cs typeface="Times New Roman" panose="02020603050405020304" pitchFamily="18" charset="0"/>
              </a:rPr>
              <a:t> Adjusts sensitivity for strong vs weak reflections.</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Effect: </a:t>
            </a:r>
            <a:r>
              <a:rPr lang="en-IN" sz="1400" dirty="0">
                <a:latin typeface="Times New Roman" panose="02020603050405020304" pitchFamily="18" charset="0"/>
                <a:cs typeface="Times New Roman" panose="02020603050405020304" pitchFamily="18" charset="0"/>
              </a:rPr>
              <a:t>Ensures stable target detection by suppressing clutter and multipath reflections.</a:t>
            </a:r>
          </a:p>
          <a:p>
            <a:pPr>
              <a:buNone/>
            </a:pPr>
            <a:r>
              <a:rPr lang="en-IN" sz="1400" b="1" dirty="0">
                <a:latin typeface="Times New Roman" panose="02020603050405020304" pitchFamily="18" charset="0"/>
                <a:cs typeface="Times New Roman" panose="02020603050405020304" pitchFamily="18" charset="0"/>
              </a:rPr>
              <a:t>2. Static Detection Configuration (staticDetectionCfg)</a:t>
            </a:r>
          </a:p>
          <a:p>
            <a:pPr>
              <a:buNone/>
            </a:pPr>
            <a:r>
              <a:rPr lang="en-IN" sz="1400" b="1" dirty="0">
                <a:latin typeface="Times New Roman" panose="02020603050405020304" pitchFamily="18" charset="0"/>
                <a:cs typeface="Times New Roman" panose="02020603050405020304" pitchFamily="18" charset="0"/>
              </a:rPr>
              <a:t>Purpose:</a:t>
            </a:r>
            <a:r>
              <a:rPr lang="en-IN" sz="1400" dirty="0">
                <a:latin typeface="Times New Roman" panose="02020603050405020304" pitchFamily="18" charset="0"/>
                <a:cs typeface="Times New Roman" panose="02020603050405020304" pitchFamily="18" charset="0"/>
              </a:rPr>
              <a:t> Enables identification of stationary metallic targets (rail surfaces).</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Command:</a:t>
            </a:r>
            <a:endParaRPr lang="en-IN" sz="1400" dirty="0">
              <a:latin typeface="Times New Roman" panose="02020603050405020304" pitchFamily="18" charset="0"/>
              <a:cs typeface="Times New Roman" panose="02020603050405020304" pitchFamily="18" charset="0"/>
            </a:endParaRPr>
          </a:p>
          <a:p>
            <a:pPr rtl="0">
              <a:buNone/>
            </a:pPr>
            <a:r>
              <a:rPr lang="en-IN" sz="1400" dirty="0">
                <a:latin typeface="Times New Roman" panose="02020603050405020304" pitchFamily="18" charset="0"/>
                <a:cs typeface="Times New Roman" panose="02020603050405020304" pitchFamily="18" charset="0"/>
              </a:rPr>
              <a:t>staticDetectionCfg 1 1 4 16 256 0</a:t>
            </a:r>
          </a:p>
          <a:p>
            <a:pPr>
              <a:buNone/>
            </a:pPr>
            <a:r>
              <a:rPr lang="en-IN" sz="1400" b="1" dirty="0">
                <a:latin typeface="Times New Roman" panose="02020603050405020304" pitchFamily="18" charset="0"/>
                <a:cs typeface="Times New Roman" panose="02020603050405020304" pitchFamily="18" charset="0"/>
              </a:rPr>
              <a:t>Key Parameters:</a:t>
            </a:r>
            <a:endParaRPr lang="en-IN"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FFT Sizes (4, 16, 256):</a:t>
            </a:r>
            <a:r>
              <a:rPr lang="en-IN" sz="1400" dirty="0">
                <a:latin typeface="Times New Roman" panose="02020603050405020304" pitchFamily="18" charset="0"/>
                <a:cs typeface="Times New Roman" panose="02020603050405020304" pitchFamily="18" charset="0"/>
              </a:rPr>
              <a:t> Control signal resolution and range bin classification.</a:t>
            </a: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Enable Flags:</a:t>
            </a:r>
            <a:r>
              <a:rPr lang="en-IN" sz="1400" dirty="0">
                <a:latin typeface="Times New Roman" panose="02020603050405020304" pitchFamily="18" charset="0"/>
                <a:cs typeface="Times New Roman" panose="02020603050405020304" pitchFamily="18" charset="0"/>
              </a:rPr>
              <a:t> Activate static object detection and filtering logic.</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Effect: </a:t>
            </a:r>
            <a:r>
              <a:rPr lang="en-IN" sz="1400" dirty="0">
                <a:latin typeface="Times New Roman" panose="02020603050405020304" pitchFamily="18" charset="0"/>
                <a:cs typeface="Times New Roman" panose="02020603050405020304" pitchFamily="18" charset="0"/>
              </a:rPr>
              <a:t>Retains static reflection points critical for long-term displacement tracking.</a:t>
            </a:r>
          </a:p>
          <a:p>
            <a:pPr>
              <a:buNone/>
            </a:pPr>
            <a:r>
              <a:rPr lang="en-IN" sz="1400" b="1" dirty="0">
                <a:latin typeface="Times New Roman" panose="02020603050405020304" pitchFamily="18" charset="0"/>
                <a:cs typeface="Times New Roman" panose="02020603050405020304" pitchFamily="18" charset="0"/>
              </a:rPr>
              <a:t>3. System-Level Impact</a:t>
            </a: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Enhanced SNR (Signal-to-Noise Ratio)</a:t>
            </a:r>
            <a:r>
              <a:rPr lang="en-IN" sz="1400" dirty="0">
                <a:latin typeface="Times New Roman" panose="02020603050405020304" pitchFamily="18" charset="0"/>
                <a:cs typeface="Times New Roman" panose="02020603050405020304" pitchFamily="18" charset="0"/>
              </a:rPr>
              <a:t> for clearer target separation.</a:t>
            </a: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Consistent phase stability</a:t>
            </a:r>
            <a:r>
              <a:rPr lang="en-IN" sz="1400" dirty="0">
                <a:latin typeface="Times New Roman" panose="02020603050405020304" pitchFamily="18" charset="0"/>
                <a:cs typeface="Times New Roman" panose="02020603050405020304" pitchFamily="18" charset="0"/>
              </a:rPr>
              <a:t> for precise displacement estimation.</a:t>
            </a:r>
          </a:p>
          <a:p>
            <a:pPr>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Real-time operation</a:t>
            </a:r>
            <a:r>
              <a:rPr lang="en-IN" sz="1400" dirty="0">
                <a:latin typeface="Times New Roman" panose="02020603050405020304" pitchFamily="18" charset="0"/>
                <a:cs typeface="Times New Roman" panose="02020603050405020304" pitchFamily="18" charset="0"/>
              </a:rPr>
              <a:t> with minimal computational load.</a:t>
            </a:r>
          </a:p>
          <a:p>
            <a:pPr>
              <a:buNone/>
            </a:pPr>
            <a:r>
              <a:rPr lang="en-IN" sz="1400" b="1" dirty="0">
                <a:latin typeface="Times New Roman" panose="02020603050405020304" pitchFamily="18" charset="0"/>
                <a:cs typeface="Times New Roman" panose="02020603050405020304" pitchFamily="18" charset="0"/>
              </a:rPr>
              <a:t>Outcome: </a:t>
            </a:r>
            <a:r>
              <a:rPr lang="en-IN" sz="1400" dirty="0">
                <a:latin typeface="Times New Roman" panose="02020603050405020304" pitchFamily="18" charset="0"/>
                <a:cs typeface="Times New Roman" panose="02020603050405020304" pitchFamily="18" charset="0"/>
              </a:rPr>
              <a:t>Reliable, repeatable detection of multiple static metallic targets enabling continuous, non-contact railway track displacement monitoring.</a:t>
            </a:r>
          </a:p>
        </p:txBody>
      </p:sp>
    </p:spTree>
    <p:extLst>
      <p:ext uri="{BB962C8B-B14F-4D97-AF65-F5344CB8AC3E}">
        <p14:creationId xmlns:p14="http://schemas.microsoft.com/office/powerpoint/2010/main" val="1371831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
            <a:extLst>
              <a:ext uri="{FF2B5EF4-FFF2-40B4-BE49-F238E27FC236}">
                <a16:creationId xmlns:a16="http://schemas.microsoft.com/office/drawing/2014/main" id="{0253156E-4B69-63BB-7E9F-D4DD3A46B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2" descr="vec logo">
            <a:extLst>
              <a:ext uri="{FF2B5EF4-FFF2-40B4-BE49-F238E27FC236}">
                <a16:creationId xmlns:a16="http://schemas.microsoft.com/office/drawing/2014/main" id="{914C8932-A07B-F1BB-16EC-55306207D2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3">
            <a:extLst>
              <a:ext uri="{FF2B5EF4-FFF2-40B4-BE49-F238E27FC236}">
                <a16:creationId xmlns:a16="http://schemas.microsoft.com/office/drawing/2014/main" id="{818821F4-E80F-A08D-DF61-79CDD8A32CB9}"/>
              </a:ext>
            </a:extLst>
          </p:cNvPr>
          <p:cNvSpPr txBox="1">
            <a:spLocks noChangeArrowheads="1"/>
          </p:cNvSpPr>
          <p:nvPr/>
        </p:nvSpPr>
        <p:spPr bwMode="auto">
          <a:xfrm>
            <a:off x="419100" y="519113"/>
            <a:ext cx="11272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WORK PLAN</a:t>
            </a:r>
            <a:endParaRPr lang="en-US" altLang="en-US">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469AD80-508A-89D3-2C03-2D6883632D1A}"/>
              </a:ext>
            </a:extLst>
          </p:cNvPr>
          <p:cNvGraphicFramePr>
            <a:graphicFrameLocks noGrp="1"/>
          </p:cNvGraphicFramePr>
          <p:nvPr/>
        </p:nvGraphicFramePr>
        <p:xfrm>
          <a:off x="1471613" y="1042988"/>
          <a:ext cx="9742487" cy="4754643"/>
        </p:xfrm>
        <a:graphic>
          <a:graphicData uri="http://schemas.openxmlformats.org/drawingml/2006/table">
            <a:tbl>
              <a:tblPr firstRow="1" firstCol="1" bandRow="1">
                <a:tableStyleId>{5C22544A-7EE6-4342-B048-85BDC9FD1C3A}</a:tableStyleId>
              </a:tblPr>
              <a:tblGrid>
                <a:gridCol w="1301085">
                  <a:extLst>
                    <a:ext uri="{9D8B030D-6E8A-4147-A177-3AD203B41FA5}">
                      <a16:colId xmlns:a16="http://schemas.microsoft.com/office/drawing/2014/main" val="20000"/>
                    </a:ext>
                  </a:extLst>
                </a:gridCol>
                <a:gridCol w="2259689">
                  <a:extLst>
                    <a:ext uri="{9D8B030D-6E8A-4147-A177-3AD203B41FA5}">
                      <a16:colId xmlns:a16="http://schemas.microsoft.com/office/drawing/2014/main" val="20001"/>
                    </a:ext>
                  </a:extLst>
                </a:gridCol>
                <a:gridCol w="6181713">
                  <a:extLst>
                    <a:ext uri="{9D8B030D-6E8A-4147-A177-3AD203B41FA5}">
                      <a16:colId xmlns:a16="http://schemas.microsoft.com/office/drawing/2014/main" val="20002"/>
                    </a:ext>
                  </a:extLst>
                </a:gridCol>
              </a:tblGrid>
              <a:tr h="478738">
                <a:tc>
                  <a:txBody>
                    <a:bodyPr/>
                    <a:lstStyle/>
                    <a:p>
                      <a:pPr algn="l">
                        <a:lnSpc>
                          <a:spcPct val="150000"/>
                        </a:lnSpc>
                        <a:spcAft>
                          <a:spcPts val="0"/>
                        </a:spcAft>
                      </a:pPr>
                      <a:r>
                        <a:rPr lang="en-US" sz="2300" dirty="0">
                          <a:effectLst/>
                          <a:latin typeface="Times New Roman" panose="02020603050405020304" pitchFamily="18" charset="0"/>
                          <a:cs typeface="Times New Roman" panose="02020603050405020304" pitchFamily="18" charset="0"/>
                        </a:rPr>
                        <a:t>S. No</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cs typeface="Times New Roman" panose="02020603050405020304" pitchFamily="18" charset="0"/>
                        </a:rPr>
                        <a:t>Month</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cs typeface="Times New Roman" panose="02020603050405020304" pitchFamily="18" charset="0"/>
                        </a:rPr>
                        <a:t>Works to be completed</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extLst>
                  <a:ext uri="{0D108BD9-81ED-4DB2-BD59-A6C34878D82A}">
                    <a16:rowId xmlns:a16="http://schemas.microsoft.com/office/drawing/2014/main" val="10000"/>
                  </a:ext>
                </a:extLst>
              </a:tr>
              <a:tr h="829479">
                <a:tc>
                  <a:txBody>
                    <a:bodyPr/>
                    <a:lstStyle/>
                    <a:p>
                      <a:pPr algn="ctr">
                        <a:lnSpc>
                          <a:spcPct val="150000"/>
                        </a:lnSpc>
                        <a:spcAft>
                          <a:spcPts val="0"/>
                        </a:spcAft>
                      </a:pPr>
                      <a:r>
                        <a:rPr lang="en-US" sz="2300" dirty="0">
                          <a:effectLst/>
                          <a:latin typeface="Times New Roman" panose="02020603050405020304" pitchFamily="18" charset="0"/>
                          <a:cs typeface="Times New Roman" panose="02020603050405020304" pitchFamily="18" charset="0"/>
                        </a:rPr>
                        <a:t>1</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ea typeface="+mn-ea"/>
                          <a:cs typeface="Times New Roman" panose="02020603050405020304" pitchFamily="18" charset="0"/>
                        </a:rPr>
                        <a:t>July</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Aim, Objectives, Work Plan, References.</a:t>
                      </a:r>
                    </a:p>
                  </a:txBody>
                  <a:tcPr marL="68573" marR="68573" marT="0" marB="0"/>
                </a:tc>
                <a:extLst>
                  <a:ext uri="{0D108BD9-81ED-4DB2-BD59-A6C34878D82A}">
                    <a16:rowId xmlns:a16="http://schemas.microsoft.com/office/drawing/2014/main" val="10001"/>
                  </a:ext>
                </a:extLst>
              </a:tr>
              <a:tr h="1021642">
                <a:tc>
                  <a:txBody>
                    <a:bodyPr/>
                    <a:lstStyle/>
                    <a:p>
                      <a:pPr algn="ctr">
                        <a:lnSpc>
                          <a:spcPct val="150000"/>
                        </a:lnSpc>
                        <a:spcAft>
                          <a:spcPts val="0"/>
                        </a:spcAft>
                      </a:pPr>
                      <a:r>
                        <a:rPr lang="en-US" sz="2300" dirty="0">
                          <a:effectLst/>
                          <a:latin typeface="Times New Roman" panose="02020603050405020304" pitchFamily="18" charset="0"/>
                          <a:cs typeface="Times New Roman" panose="02020603050405020304" pitchFamily="18" charset="0"/>
                        </a:rPr>
                        <a:t>2</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cs typeface="Times New Roman" panose="02020603050405020304" pitchFamily="18" charset="0"/>
                        </a:rPr>
                        <a:t>August</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Literature Survey, Proposed Block Diagram, Hardware and Software Components, </a:t>
                      </a:r>
                    </a:p>
                  </a:txBody>
                  <a:tcPr marL="68573" marR="68573" marT="0" marB="0"/>
                </a:tc>
                <a:extLst>
                  <a:ext uri="{0D108BD9-81ED-4DB2-BD59-A6C34878D82A}">
                    <a16:rowId xmlns:a16="http://schemas.microsoft.com/office/drawing/2014/main" val="10002"/>
                  </a:ext>
                </a:extLst>
              </a:tr>
              <a:tr h="988486">
                <a:tc>
                  <a:txBody>
                    <a:bodyPr/>
                    <a:lstStyle/>
                    <a:p>
                      <a:pPr algn="ctr">
                        <a:lnSpc>
                          <a:spcPct val="150000"/>
                        </a:lnSpc>
                        <a:spcAft>
                          <a:spcPts val="0"/>
                        </a:spcAft>
                      </a:pPr>
                      <a:r>
                        <a:rPr lang="en-US" sz="2300" dirty="0">
                          <a:effectLst/>
                          <a:latin typeface="Times New Roman" panose="02020603050405020304" pitchFamily="18" charset="0"/>
                          <a:cs typeface="Times New Roman" panose="02020603050405020304" pitchFamily="18" charset="0"/>
                        </a:rPr>
                        <a:t>3</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cs typeface="Times New Roman" panose="02020603050405020304" pitchFamily="18" charset="0"/>
                        </a:rPr>
                        <a:t>September</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Technical content – High level Design of the project, Simulation Output and Presentation. </a:t>
                      </a:r>
                    </a:p>
                  </a:txBody>
                  <a:tcPr marL="68573" marR="68573" marT="0" marB="0"/>
                </a:tc>
                <a:extLst>
                  <a:ext uri="{0D108BD9-81ED-4DB2-BD59-A6C34878D82A}">
                    <a16:rowId xmlns:a16="http://schemas.microsoft.com/office/drawing/2014/main" val="10003"/>
                  </a:ext>
                </a:extLst>
              </a:tr>
              <a:tr h="1436216">
                <a:tc>
                  <a:txBody>
                    <a:bodyPr/>
                    <a:lstStyle/>
                    <a:p>
                      <a:pPr algn="ctr">
                        <a:lnSpc>
                          <a:spcPct val="150000"/>
                        </a:lnSpc>
                        <a:spcAft>
                          <a:spcPts val="0"/>
                        </a:spcAft>
                      </a:pPr>
                      <a:r>
                        <a:rPr lang="en-US" sz="2300" dirty="0">
                          <a:effectLst/>
                          <a:latin typeface="Times New Roman" panose="02020603050405020304" pitchFamily="18" charset="0"/>
                          <a:cs typeface="Times New Roman" panose="02020603050405020304" pitchFamily="18" charset="0"/>
                        </a:rPr>
                        <a:t>4</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ea typeface="+mn-ea"/>
                          <a:cs typeface="Times New Roman" panose="02020603050405020304" pitchFamily="18" charset="0"/>
                        </a:rPr>
                        <a:t>October</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tc>
                  <a:txBody>
                    <a:bodyPr/>
                    <a:lstStyle/>
                    <a:p>
                      <a:pPr algn="l">
                        <a:lnSpc>
                          <a:spcPct val="150000"/>
                        </a:lnSpc>
                        <a:spcAft>
                          <a:spcPts val="0"/>
                        </a:spcAft>
                      </a:pPr>
                      <a:r>
                        <a:rPr lang="en-US" sz="2300" dirty="0">
                          <a:effectLst/>
                          <a:latin typeface="Times New Roman" panose="02020603050405020304" pitchFamily="18" charset="0"/>
                          <a:cs typeface="Times New Roman" panose="02020603050405020304" pitchFamily="18" charset="0"/>
                        </a:rPr>
                        <a:t>Project demonstration, Publication, Project Report Submission, Project Work Plan Submission.</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73" marR="68573" marT="0" marB="0"/>
                </a:tc>
                <a:extLst>
                  <a:ext uri="{0D108BD9-81ED-4DB2-BD59-A6C34878D82A}">
                    <a16:rowId xmlns:a16="http://schemas.microsoft.com/office/drawing/2014/main" val="10004"/>
                  </a:ext>
                </a:extLst>
              </a:tr>
            </a:tbl>
          </a:graphicData>
        </a:graphic>
      </p:graphicFrame>
      <p:sp>
        <p:nvSpPr>
          <p:cNvPr id="18463" name="TextBox 7">
            <a:extLst>
              <a:ext uri="{FF2B5EF4-FFF2-40B4-BE49-F238E27FC236}">
                <a16:creationId xmlns:a16="http://schemas.microsoft.com/office/drawing/2014/main" id="{5DB433CD-95A8-4CCD-082F-CD9C01DE8978}"/>
              </a:ext>
            </a:extLst>
          </p:cNvPr>
          <p:cNvSpPr txBox="1">
            <a:spLocks noChangeArrowheads="1"/>
          </p:cNvSpPr>
          <p:nvPr/>
        </p:nvSpPr>
        <p:spPr bwMode="auto">
          <a:xfrm>
            <a:off x="1149350" y="6478588"/>
            <a:ext cx="100647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200"/>
          </a:p>
        </p:txBody>
      </p:sp>
      <p:sp>
        <p:nvSpPr>
          <p:cNvPr id="18464" name="Footer Placeholder 8">
            <a:extLst>
              <a:ext uri="{FF2B5EF4-FFF2-40B4-BE49-F238E27FC236}">
                <a16:creationId xmlns:a16="http://schemas.microsoft.com/office/drawing/2014/main" id="{6E068911-DFC4-F9ED-9260-68294DD8AF2A}"/>
              </a:ext>
            </a:extLst>
          </p:cNvPr>
          <p:cNvSpPr>
            <a:spLocks noGrp="1"/>
          </p:cNvSpPr>
          <p:nvPr>
            <p:ph type="ftr" sz="quarter" idx="11"/>
          </p:nvPr>
        </p:nvSpPr>
        <p:spPr bwMode="auto">
          <a:xfrm>
            <a:off x="1677988" y="6356350"/>
            <a:ext cx="92948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endParaRPr lang="en-US" altLang="en-US" sz="1200" dirty="0">
              <a:solidFill>
                <a:srgbClr val="898989"/>
              </a:solidFill>
              <a:latin typeface="Times New Roman"/>
              <a:cs typeface="Times New Roman"/>
            </a:endParaRPr>
          </a:p>
          <a:p>
            <a:pPr fontAlgn="base">
              <a:lnSpc>
                <a:spcPct val="100000"/>
              </a:lnSpc>
              <a:spcBef>
                <a:spcPct val="0"/>
              </a:spcBef>
              <a:spcAft>
                <a:spcPct val="0"/>
              </a:spcAft>
              <a:buFontTx/>
              <a:buNone/>
            </a:pPr>
            <a:endParaRPr lang="en-US" altLang="en-US" sz="1200" dirty="0">
              <a:solidFill>
                <a:srgbClr val="898989"/>
              </a:solidFill>
              <a:latin typeface="Times New Roman" panose="02020603050405020304" pitchFamily="18" charset="0"/>
              <a:cs typeface="Times New Roman" panose="02020603050405020304" pitchFamily="18" charset="0"/>
            </a:endParaRPr>
          </a:p>
        </p:txBody>
      </p:sp>
      <p:sp>
        <p:nvSpPr>
          <p:cNvPr id="18465" name="Slide Number Placeholder 9">
            <a:extLst>
              <a:ext uri="{FF2B5EF4-FFF2-40B4-BE49-F238E27FC236}">
                <a16:creationId xmlns:a16="http://schemas.microsoft.com/office/drawing/2014/main" id="{6CFBCB1A-4707-7B00-F367-71433FA4FC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200" dirty="0">
                <a:solidFill>
                  <a:srgbClr val="898989"/>
                </a:solidFill>
              </a:rPr>
              <a:t>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D2C201C7-48E4-B0C9-75BB-3821D3B3F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185738"/>
            <a:ext cx="9271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3" descr="vec logo">
            <a:extLst>
              <a:ext uri="{FF2B5EF4-FFF2-40B4-BE49-F238E27FC236}">
                <a16:creationId xmlns:a16="http://schemas.microsoft.com/office/drawing/2014/main" id="{21505C24-5865-4C80-1E19-08B549878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1675" y="93663"/>
            <a:ext cx="103981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Box 4">
            <a:extLst>
              <a:ext uri="{FF2B5EF4-FFF2-40B4-BE49-F238E27FC236}">
                <a16:creationId xmlns:a16="http://schemas.microsoft.com/office/drawing/2014/main" id="{BEE5D9F0-F637-C382-9127-F5EA34F2C38A}"/>
              </a:ext>
            </a:extLst>
          </p:cNvPr>
          <p:cNvSpPr txBox="1">
            <a:spLocks noChangeArrowheads="1"/>
          </p:cNvSpPr>
          <p:nvPr/>
        </p:nvSpPr>
        <p:spPr bwMode="auto">
          <a:xfrm>
            <a:off x="314325" y="387350"/>
            <a:ext cx="11363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REFERENCES</a:t>
            </a:r>
            <a:endParaRPr lang="en-US" altLang="en-US">
              <a:latin typeface="Times New Roman" panose="02020603050405020304" pitchFamily="18" charset="0"/>
              <a:cs typeface="Times New Roman" panose="02020603050405020304" pitchFamily="18" charset="0"/>
            </a:endParaRPr>
          </a:p>
        </p:txBody>
      </p:sp>
      <p:sp>
        <p:nvSpPr>
          <p:cNvPr id="19461" name="TextBox 7">
            <a:extLst>
              <a:ext uri="{FF2B5EF4-FFF2-40B4-BE49-F238E27FC236}">
                <a16:creationId xmlns:a16="http://schemas.microsoft.com/office/drawing/2014/main" id="{A07EDD9E-2DDE-3928-AD3F-880EBD533CE4}"/>
              </a:ext>
            </a:extLst>
          </p:cNvPr>
          <p:cNvSpPr txBox="1">
            <a:spLocks noChangeArrowheads="1"/>
          </p:cNvSpPr>
          <p:nvPr/>
        </p:nvSpPr>
        <p:spPr bwMode="auto">
          <a:xfrm>
            <a:off x="471488" y="1971675"/>
            <a:ext cx="110410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2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6E096DB-C0D9-F93C-A56F-0B04857BB55E}"/>
              </a:ext>
            </a:extLst>
          </p:cNvPr>
          <p:cNvSpPr txBox="1"/>
          <p:nvPr/>
        </p:nvSpPr>
        <p:spPr>
          <a:xfrm>
            <a:off x="954088" y="1971675"/>
            <a:ext cx="11025187" cy="1323975"/>
          </a:xfrm>
          <a:prstGeom prst="rect">
            <a:avLst/>
          </a:prstGeom>
          <a:noFill/>
        </p:spPr>
        <p:txBody>
          <a:bodyPr>
            <a:spAutoFit/>
          </a:bodyPr>
          <a:lstStyle/>
          <a:p>
            <a:pPr marL="457200" indent="-457200" algn="just" eaLnBrk="1" fontAlgn="auto" hangingPunct="1">
              <a:spcBef>
                <a:spcPts val="0"/>
              </a:spcBef>
              <a:spcAft>
                <a:spcPts val="0"/>
              </a:spcAft>
              <a:defRPr/>
            </a:pPr>
            <a:endParaRPr lang="en-US" sz="2000" dirty="0">
              <a:latin typeface="Times New Roman" panose="02020603050405020304" pitchFamily="18" charset="0"/>
              <a:cs typeface="Times New Roman" panose="02020603050405020304" pitchFamily="18" charset="0"/>
            </a:endParaRPr>
          </a:p>
          <a:p>
            <a:pPr algn="just" eaLnBrk="1" fontAlgn="auto" hangingPunct="1">
              <a:spcBef>
                <a:spcPts val="0"/>
              </a:spcBef>
              <a:spcAft>
                <a:spcPts val="0"/>
              </a:spcAft>
              <a:defRPr/>
            </a:pPr>
            <a:endParaRPr lang="en-US" sz="2000" dirty="0">
              <a:latin typeface="Times New Roman" panose="02020603050405020304" pitchFamily="18" charset="0"/>
              <a:cs typeface="Times New Roman" panose="02020603050405020304" pitchFamily="18" charset="0"/>
            </a:endParaRPr>
          </a:p>
          <a:p>
            <a:pPr marL="457200" indent="-457200" algn="just" eaLnBrk="1" fontAlgn="auto" hangingPunct="1">
              <a:spcBef>
                <a:spcPts val="0"/>
              </a:spcBef>
              <a:spcAft>
                <a:spcPts val="0"/>
              </a:spcAft>
              <a:defRPr/>
            </a:pPr>
            <a:endParaRPr lang="en-US" sz="2000" dirty="0">
              <a:latin typeface="Times New Roman" panose="02020603050405020304" pitchFamily="18" charset="0"/>
              <a:cs typeface="Times New Roman" panose="02020603050405020304" pitchFamily="18" charset="0"/>
            </a:endParaRPr>
          </a:p>
          <a:p>
            <a:pPr marL="457200" indent="-457200" algn="just" eaLnBrk="1" fontAlgn="auto" hangingPunct="1">
              <a:spcBef>
                <a:spcPts val="0"/>
              </a:spcBef>
              <a:spcAft>
                <a:spcPts val="0"/>
              </a:spcAft>
              <a:defRPr/>
            </a:pPr>
            <a:endParaRPr lang="en-US" sz="2000" dirty="0">
              <a:latin typeface="Times New Roman" panose="02020603050405020304" pitchFamily="18" charset="0"/>
              <a:cs typeface="Times New Roman" panose="02020603050405020304" pitchFamily="18" charset="0"/>
            </a:endParaRPr>
          </a:p>
        </p:txBody>
      </p:sp>
      <p:sp>
        <p:nvSpPr>
          <p:cNvPr id="19463" name="TextBox 8">
            <a:extLst>
              <a:ext uri="{FF2B5EF4-FFF2-40B4-BE49-F238E27FC236}">
                <a16:creationId xmlns:a16="http://schemas.microsoft.com/office/drawing/2014/main" id="{8ADF0BF7-70D4-AB3E-2A6A-D86F89CC61D0}"/>
              </a:ext>
            </a:extLst>
          </p:cNvPr>
          <p:cNvSpPr txBox="1">
            <a:spLocks noChangeArrowheads="1"/>
          </p:cNvSpPr>
          <p:nvPr/>
        </p:nvSpPr>
        <p:spPr bwMode="auto">
          <a:xfrm>
            <a:off x="954088" y="6478588"/>
            <a:ext cx="104727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endParaRPr lang="en-US" altLang="en-US" sz="1200"/>
          </a:p>
          <a:p>
            <a:pPr algn="ctr" eaLnBrk="1" hangingPunct="1">
              <a:lnSpc>
                <a:spcPct val="100000"/>
              </a:lnSpc>
              <a:spcBef>
                <a:spcPct val="0"/>
              </a:spcBef>
              <a:buFontTx/>
              <a:buNone/>
            </a:pPr>
            <a:endParaRPr lang="en-US" altLang="en-US" sz="1200"/>
          </a:p>
        </p:txBody>
      </p:sp>
      <p:sp>
        <p:nvSpPr>
          <p:cNvPr id="19464" name="Rectangle 1">
            <a:extLst>
              <a:ext uri="{FF2B5EF4-FFF2-40B4-BE49-F238E27FC236}">
                <a16:creationId xmlns:a16="http://schemas.microsoft.com/office/drawing/2014/main" id="{62287EC0-CE06-28F9-6C45-06E8831263B5}"/>
              </a:ext>
            </a:extLst>
          </p:cNvPr>
          <p:cNvSpPr>
            <a:spLocks noChangeArrowheads="1"/>
          </p:cNvSpPr>
          <p:nvPr/>
        </p:nvSpPr>
        <p:spPr bwMode="auto">
          <a:xfrm>
            <a:off x="471488" y="1195388"/>
            <a:ext cx="11206162" cy="7201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[1] J. R. Wang, D. I. Lee and C. </a:t>
            </a:r>
            <a:r>
              <a:rPr lang="en-US" altLang="en-US" sz="2000" dirty="0" err="1">
                <a:latin typeface="Times New Roman" panose="02020603050405020304" pitchFamily="18" charset="0"/>
                <a:cs typeface="Times New Roman" panose="02020603050405020304" pitchFamily="18" charset="0"/>
              </a:rPr>
              <a:t>Liu,"Rail</a:t>
            </a:r>
            <a:r>
              <a:rPr lang="en-US" altLang="en-US" sz="2000" dirty="0">
                <a:latin typeface="Times New Roman" panose="02020603050405020304" pitchFamily="18" charset="0"/>
                <a:cs typeface="Times New Roman" panose="02020603050405020304" pitchFamily="18" charset="0"/>
              </a:rPr>
              <a:t> track monitoring using </a:t>
            </a:r>
            <a:r>
              <a:rPr lang="en-US" altLang="en-US" sz="2000" dirty="0" err="1">
                <a:latin typeface="Times New Roman" panose="02020603050405020304" pitchFamily="18" charset="0"/>
                <a:cs typeface="Times New Roman" panose="02020603050405020304" pitchFamily="18" charset="0"/>
              </a:rPr>
              <a:t>mmWave</a:t>
            </a:r>
            <a:r>
              <a:rPr lang="en-US" altLang="en-US" sz="2000" dirty="0">
                <a:latin typeface="Times New Roman" panose="02020603050405020304" pitchFamily="18" charset="0"/>
                <a:cs typeface="Times New Roman" panose="02020603050405020304" pitchFamily="18" charset="0"/>
              </a:rPr>
              <a:t> radar and deep </a:t>
            </a:r>
            <a:r>
              <a:rPr lang="en-US" altLang="en-US" sz="2000" dirty="0" err="1">
                <a:latin typeface="Times New Roman" panose="02020603050405020304" pitchFamily="18" charset="0"/>
                <a:cs typeface="Times New Roman" panose="02020603050405020304" pitchFamily="18" charset="0"/>
              </a:rPr>
              <a:t>learning,"IEEE</a:t>
            </a:r>
            <a:r>
              <a:rPr lang="en-US" altLang="en-US" sz="2000" dirty="0">
                <a:latin typeface="Times New Roman" panose="02020603050405020304" pitchFamily="18" charset="0"/>
                <a:cs typeface="Times New Roman" panose="02020603050405020304" pitchFamily="18" charset="0"/>
              </a:rPr>
              <a:t> Sensors Letters, vol. 5, no. 6, pp. 1–4, Jun. 2021,doi: 10.1109/LSENS.2021.3077778.</a:t>
            </a:r>
          </a:p>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[2] Y. Wang, Q. Luo, Z. Chen and H. </a:t>
            </a:r>
            <a:r>
              <a:rPr lang="en-US" altLang="en-US" sz="2000" dirty="0" err="1">
                <a:latin typeface="Times New Roman" panose="02020603050405020304" pitchFamily="18" charset="0"/>
                <a:cs typeface="Times New Roman" panose="02020603050405020304" pitchFamily="18" charset="0"/>
              </a:rPr>
              <a:t>Guan,"Bridge</a:t>
            </a:r>
            <a:r>
              <a:rPr lang="en-US" altLang="en-US" sz="2000" dirty="0">
                <a:latin typeface="Times New Roman" panose="02020603050405020304" pitchFamily="18" charset="0"/>
                <a:cs typeface="Times New Roman" panose="02020603050405020304" pitchFamily="18" charset="0"/>
              </a:rPr>
              <a:t> displacement monitoring using FMCW </a:t>
            </a:r>
            <a:r>
              <a:rPr lang="en-US" altLang="en-US" sz="2000" dirty="0" err="1">
                <a:latin typeface="Times New Roman" panose="02020603050405020304" pitchFamily="18" charset="0"/>
                <a:cs typeface="Times New Roman" panose="02020603050405020304" pitchFamily="18" charset="0"/>
              </a:rPr>
              <a:t>mmWave</a:t>
            </a:r>
            <a:r>
              <a:rPr lang="en-US" altLang="en-US" sz="2000" dirty="0">
                <a:latin typeface="Times New Roman" panose="02020603050405020304" pitchFamily="18" charset="0"/>
                <a:cs typeface="Times New Roman" panose="02020603050405020304" pitchFamily="18" charset="0"/>
              </a:rPr>
              <a:t> radar </a:t>
            </a:r>
            <a:r>
              <a:rPr lang="en-US" altLang="en-US" sz="2000" dirty="0" err="1">
                <a:latin typeface="Times New Roman" panose="02020603050405020304" pitchFamily="18" charset="0"/>
                <a:cs typeface="Times New Roman" panose="02020603050405020304" pitchFamily="18" charset="0"/>
              </a:rPr>
              <a:t>sensor,"IEEE</a:t>
            </a:r>
            <a:r>
              <a:rPr lang="en-US" altLang="en-US" sz="2000" dirty="0">
                <a:latin typeface="Times New Roman" panose="02020603050405020304" pitchFamily="18" charset="0"/>
                <a:cs typeface="Times New Roman" panose="02020603050405020304" pitchFamily="18" charset="0"/>
              </a:rPr>
              <a:t> Sensors Journal, vol. 21, no. 12, pp. 13728–13736, Jun. 2021,doi: 10.1109/JSEN.2021.3071333.</a:t>
            </a:r>
          </a:p>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[3] G. Ollier, P. V. Orlik, T. Y. Al-</a:t>
            </a:r>
            <a:r>
              <a:rPr lang="en-US" altLang="en-US" sz="2000" dirty="0" err="1">
                <a:latin typeface="Times New Roman" panose="02020603050405020304" pitchFamily="18" charset="0"/>
                <a:cs typeface="Times New Roman" panose="02020603050405020304" pitchFamily="18" charset="0"/>
              </a:rPr>
              <a:t>Naffouri</a:t>
            </a:r>
            <a:r>
              <a:rPr lang="en-US" altLang="en-US" sz="2000" dirty="0">
                <a:latin typeface="Times New Roman" panose="02020603050405020304" pitchFamily="18" charset="0"/>
                <a:cs typeface="Times New Roman" panose="02020603050405020304" pitchFamily="18" charset="0"/>
              </a:rPr>
              <a:t> and S. </a:t>
            </a:r>
            <a:r>
              <a:rPr lang="en-US" altLang="en-US" sz="2000" dirty="0" err="1">
                <a:latin typeface="Times New Roman" panose="02020603050405020304" pitchFamily="18" charset="0"/>
                <a:cs typeface="Times New Roman" panose="02020603050405020304" pitchFamily="18" charset="0"/>
              </a:rPr>
              <a:t>Subramanian,"Infrastructure</a:t>
            </a:r>
            <a:r>
              <a:rPr lang="en-US" altLang="en-US" sz="2000" dirty="0">
                <a:latin typeface="Times New Roman" panose="02020603050405020304" pitchFamily="18" charset="0"/>
                <a:cs typeface="Times New Roman" panose="02020603050405020304" pitchFamily="18" charset="0"/>
              </a:rPr>
              <a:t>-free railway track condition monitoring using 60 GHz </a:t>
            </a:r>
            <a:r>
              <a:rPr lang="en-US" altLang="en-US" sz="2000" dirty="0" err="1">
                <a:latin typeface="Times New Roman" panose="02020603050405020304" pitchFamily="18" charset="0"/>
                <a:cs typeface="Times New Roman" panose="02020603050405020304" pitchFamily="18" charset="0"/>
              </a:rPr>
              <a:t>mmWave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radar,"IEEE</a:t>
            </a:r>
            <a:r>
              <a:rPr lang="en-US" altLang="en-US" sz="2000" dirty="0">
                <a:latin typeface="Times New Roman" panose="02020603050405020304" pitchFamily="18" charset="0"/>
                <a:cs typeface="Times New Roman" panose="02020603050405020304" pitchFamily="18" charset="0"/>
              </a:rPr>
              <a:t> Access, vol. 10, pp. 112892–112902, 2022,doi: 10.1109/ACCESS.2022.3204630.</a:t>
            </a:r>
          </a:p>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[4] T. La, H. Moon, M. Shin and K. </a:t>
            </a:r>
            <a:r>
              <a:rPr lang="en-US" altLang="en-US" sz="2000" dirty="0" err="1">
                <a:latin typeface="Times New Roman" panose="02020603050405020304" pitchFamily="18" charset="0"/>
                <a:cs typeface="Times New Roman" panose="02020603050405020304" pitchFamily="18" charset="0"/>
              </a:rPr>
              <a:t>Kim,"A</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mmWave</a:t>
            </a:r>
            <a:r>
              <a:rPr lang="en-US" altLang="en-US" sz="2000" dirty="0">
                <a:latin typeface="Times New Roman" panose="02020603050405020304" pitchFamily="18" charset="0"/>
                <a:cs typeface="Times New Roman" panose="02020603050405020304" pitchFamily="18" charset="0"/>
              </a:rPr>
              <a:t> radar-based method for detecting small vibrations and displacements of railway </a:t>
            </a:r>
            <a:r>
              <a:rPr lang="en-US" altLang="en-US" sz="2000" dirty="0" err="1">
                <a:latin typeface="Times New Roman" panose="02020603050405020304" pitchFamily="18" charset="0"/>
                <a:cs typeface="Times New Roman" panose="02020603050405020304" pitchFamily="18" charset="0"/>
              </a:rPr>
              <a:t>tracks,"in</a:t>
            </a:r>
            <a:r>
              <a:rPr lang="en-US" altLang="en-US" sz="2000" dirty="0">
                <a:latin typeface="Times New Roman" panose="02020603050405020304" pitchFamily="18" charset="0"/>
                <a:cs typeface="Times New Roman" panose="02020603050405020304" pitchFamily="18" charset="0"/>
              </a:rPr>
              <a:t> Proc. 2020 IEEE Sensors, Rotterdam, Netherlands, 2020, pp. 1–4,doi: 10.1109/SENSORS47125.2020.9278737.</a:t>
            </a:r>
          </a:p>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[5] S. Liu, M. Ritchie and L. </a:t>
            </a:r>
            <a:r>
              <a:rPr lang="en-US" altLang="en-US" sz="2000" dirty="0" err="1">
                <a:latin typeface="Times New Roman" panose="02020603050405020304" pitchFamily="18" charset="0"/>
                <a:cs typeface="Times New Roman" panose="02020603050405020304" pitchFamily="18" charset="0"/>
              </a:rPr>
              <a:t>Peterson,"Thermal</a:t>
            </a:r>
            <a:r>
              <a:rPr lang="en-US" altLang="en-US" sz="2000" dirty="0">
                <a:latin typeface="Times New Roman" panose="02020603050405020304" pitchFamily="18" charset="0"/>
                <a:cs typeface="Times New Roman" panose="02020603050405020304" pitchFamily="18" charset="0"/>
              </a:rPr>
              <a:t> stress-induced rail deformation detection using low-cost </a:t>
            </a:r>
            <a:r>
              <a:rPr lang="en-US" altLang="en-US" sz="2000" dirty="0" err="1">
                <a:latin typeface="Times New Roman" panose="02020603050405020304" pitchFamily="18" charset="0"/>
                <a:cs typeface="Times New Roman" panose="02020603050405020304" pitchFamily="18" charset="0"/>
              </a:rPr>
              <a:t>mmWave</a:t>
            </a:r>
            <a:r>
              <a:rPr lang="en-US" altLang="en-US" sz="2000" dirty="0">
                <a:latin typeface="Times New Roman" panose="02020603050405020304" pitchFamily="18" charset="0"/>
                <a:cs typeface="Times New Roman" panose="02020603050405020304" pitchFamily="18" charset="0"/>
              </a:rPr>
              <a:t> radar </a:t>
            </a:r>
            <a:r>
              <a:rPr lang="en-US" altLang="en-US" sz="2000" dirty="0" err="1">
                <a:latin typeface="Times New Roman" panose="02020603050405020304" pitchFamily="18" charset="0"/>
                <a:cs typeface="Times New Roman" panose="02020603050405020304" pitchFamily="18" charset="0"/>
              </a:rPr>
              <a:t>sensors,"in</a:t>
            </a:r>
            <a:r>
              <a:rPr lang="en-US" altLang="en-US" sz="2000" dirty="0">
                <a:latin typeface="Times New Roman" panose="02020603050405020304" pitchFamily="18" charset="0"/>
                <a:cs typeface="Times New Roman" panose="02020603050405020304" pitchFamily="18" charset="0"/>
              </a:rPr>
              <a:t> Proc. 2022 IEEE International Conference on Intelligent Transportation Engineering (ICITE), Beijing, China, 2022, pp. 230–235,doi: 10.1109/ICITE54927.2022.00045.</a:t>
            </a:r>
          </a:p>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[6] Texas </a:t>
            </a:r>
            <a:r>
              <a:rPr lang="en-US" altLang="en-US" sz="2000" dirty="0" err="1">
                <a:latin typeface="Times New Roman" panose="02020603050405020304" pitchFamily="18" charset="0"/>
                <a:cs typeface="Times New Roman" panose="02020603050405020304" pitchFamily="18" charset="0"/>
              </a:rPr>
              <a:t>Instruments,"Tracking</a:t>
            </a:r>
            <a:r>
              <a:rPr lang="en-US" altLang="en-US" sz="2000" dirty="0">
                <a:latin typeface="Times New Roman" panose="02020603050405020304" pitchFamily="18" charset="0"/>
                <a:cs typeface="Times New Roman" panose="02020603050405020304" pitchFamily="18" charset="0"/>
              </a:rPr>
              <a:t> multiple objects using </a:t>
            </a:r>
            <a:r>
              <a:rPr lang="en-US" altLang="en-US" sz="2000" dirty="0" err="1">
                <a:latin typeface="Times New Roman" panose="02020603050405020304" pitchFamily="18" charset="0"/>
                <a:cs typeface="Times New Roman" panose="02020603050405020304" pitchFamily="18" charset="0"/>
              </a:rPr>
              <a:t>mmWave</a:t>
            </a:r>
            <a:r>
              <a:rPr lang="en-US" altLang="en-US" sz="2000" dirty="0">
                <a:latin typeface="Times New Roman" panose="02020603050405020304" pitchFamily="18" charset="0"/>
                <a:cs typeface="Times New Roman" panose="02020603050405020304" pitchFamily="18" charset="0"/>
              </a:rPr>
              <a:t> radar with the IWR6843,"Application Note, Texas Instruments, Oct. 2020. [Online]. </a:t>
            </a:r>
            <a:r>
              <a:rPr lang="en-US" altLang="en-US" sz="2000" dirty="0" err="1">
                <a:latin typeface="Times New Roman" panose="02020603050405020304" pitchFamily="18" charset="0"/>
                <a:cs typeface="Times New Roman" panose="02020603050405020304" pitchFamily="18" charset="0"/>
              </a:rPr>
              <a:t>Available:https</a:t>
            </a:r>
            <a:r>
              <a:rPr lang="en-US" altLang="en-US" sz="2000" dirty="0">
                <a:latin typeface="Times New Roman" panose="02020603050405020304" pitchFamily="18" charset="0"/>
                <a:cs typeface="Times New Roman" panose="02020603050405020304" pitchFamily="18" charset="0"/>
              </a:rPr>
              <a:t>://www.ti.com/lit/pdf/swra574</a:t>
            </a:r>
          </a:p>
          <a:p>
            <a:pPr algn="just"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 </a:t>
            </a:r>
            <a:endParaRPr lang="en-US" altLang="en-US" sz="2200" dirty="0">
              <a:latin typeface="Times New Roman" panose="02020603050405020304" pitchFamily="18" charset="0"/>
              <a:cs typeface="Times New Roman" panose="02020603050405020304" pitchFamily="18" charset="0"/>
            </a:endParaRPr>
          </a:p>
          <a:p>
            <a:pPr algn="just" eaLnBrk="1" hangingPunct="1">
              <a:lnSpc>
                <a:spcPct val="100000"/>
              </a:lnSpc>
              <a:spcBef>
                <a:spcPct val="0"/>
              </a:spcBef>
              <a:buFontTx/>
              <a:buNone/>
            </a:pPr>
            <a:endParaRPr lang="en-US" altLang="en-US" sz="2200" dirty="0">
              <a:latin typeface="Times New Roman" panose="02020603050405020304" pitchFamily="18" charset="0"/>
              <a:cs typeface="Times New Roman" panose="02020603050405020304" pitchFamily="18" charset="0"/>
            </a:endParaRPr>
          </a:p>
          <a:p>
            <a:pPr algn="just" eaLnBrk="1" hangingPunct="1">
              <a:lnSpc>
                <a:spcPct val="100000"/>
              </a:lnSpc>
              <a:spcBef>
                <a:spcPct val="0"/>
              </a:spcBef>
              <a:buFontTx/>
              <a:buNone/>
            </a:pP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100000"/>
              </a:lnSpc>
              <a:spcBef>
                <a:spcPct val="0"/>
              </a:spcBef>
              <a:buFontTx/>
              <a:buNone/>
            </a:pP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100000"/>
              </a:lnSpc>
              <a:spcBef>
                <a:spcPct val="0"/>
              </a:spcBef>
              <a:buFontTx/>
              <a:buNone/>
            </a:pPr>
            <a:endParaRPr lang="en-IN" altLang="en-US" sz="2000" dirty="0">
              <a:latin typeface="Times New Roman" panose="02020603050405020304" pitchFamily="18" charset="0"/>
              <a:cs typeface="Times New Roman" panose="02020603050405020304" pitchFamily="18" charset="0"/>
            </a:endParaRPr>
          </a:p>
          <a:p>
            <a:pPr algn="just" eaLnBrk="1" hangingPunct="1">
              <a:lnSpc>
                <a:spcPct val="100000"/>
              </a:lnSpc>
              <a:spcBef>
                <a:spcPct val="0"/>
              </a:spcBef>
              <a:buFontTx/>
              <a:buNone/>
            </a:pPr>
            <a:endParaRPr lang="en-US" altLang="en-US" sz="2200" dirty="0">
              <a:latin typeface="Times New Roman" panose="02020603050405020304" pitchFamily="18" charset="0"/>
              <a:cs typeface="Times New Roman" panose="02020603050405020304" pitchFamily="18" charset="0"/>
            </a:endParaRPr>
          </a:p>
          <a:p>
            <a:pPr algn="just" eaLnBrk="1" hangingPunct="1">
              <a:lnSpc>
                <a:spcPct val="100000"/>
              </a:lnSpc>
              <a:spcBef>
                <a:spcPct val="0"/>
              </a:spcBef>
              <a:buFontTx/>
              <a:buNone/>
            </a:pPr>
            <a:endParaRPr lang="en-US" altLang="en-US" sz="1800" dirty="0">
              <a:solidFill>
                <a:srgbClr val="C00000"/>
              </a:solidFill>
              <a:latin typeface="Times New Roman" panose="02020603050405020304" pitchFamily="18" charset="0"/>
              <a:cs typeface="Times New Roman" panose="02020603050405020304" pitchFamily="18" charset="0"/>
            </a:endParaRPr>
          </a:p>
        </p:txBody>
      </p:sp>
      <p:sp>
        <p:nvSpPr>
          <p:cNvPr id="19465" name="Footer Placeholder 10">
            <a:extLst>
              <a:ext uri="{FF2B5EF4-FFF2-40B4-BE49-F238E27FC236}">
                <a16:creationId xmlns:a16="http://schemas.microsoft.com/office/drawing/2014/main" id="{E5C62C35-735F-573C-3E81-ED7CE287B4A4}"/>
              </a:ext>
            </a:extLst>
          </p:cNvPr>
          <p:cNvSpPr>
            <a:spLocks noGrp="1"/>
          </p:cNvSpPr>
          <p:nvPr>
            <p:ph type="ftr" sz="quarter" idx="11"/>
          </p:nvPr>
        </p:nvSpPr>
        <p:spPr bwMode="auto">
          <a:xfrm>
            <a:off x="1609725" y="6356350"/>
            <a:ext cx="94853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endParaRPr lang="en-US" altLang="en-US" sz="1200" dirty="0">
              <a:solidFill>
                <a:srgbClr val="898989"/>
              </a:solidFill>
              <a:latin typeface="Times New Roman"/>
              <a:cs typeface="Times New Roman"/>
            </a:endParaRPr>
          </a:p>
          <a:p>
            <a:pPr fontAlgn="base">
              <a:lnSpc>
                <a:spcPct val="100000"/>
              </a:lnSpc>
              <a:spcBef>
                <a:spcPct val="0"/>
              </a:spcBef>
              <a:spcAft>
                <a:spcPct val="0"/>
              </a:spcAft>
              <a:buFontTx/>
              <a:buNone/>
            </a:pPr>
            <a:endParaRPr lang="en-US" altLang="en-US" sz="1200" dirty="0">
              <a:solidFill>
                <a:srgbClr val="898989"/>
              </a:solidFill>
              <a:latin typeface="Times New Roman" panose="02020603050405020304" pitchFamily="18" charset="0"/>
              <a:cs typeface="Times New Roman" panose="02020603050405020304" pitchFamily="18" charset="0"/>
            </a:endParaRPr>
          </a:p>
        </p:txBody>
      </p:sp>
      <p:sp>
        <p:nvSpPr>
          <p:cNvPr id="19466" name="Slide Number Placeholder 11">
            <a:extLst>
              <a:ext uri="{FF2B5EF4-FFF2-40B4-BE49-F238E27FC236}">
                <a16:creationId xmlns:a16="http://schemas.microsoft.com/office/drawing/2014/main" id="{7AE40AEF-0BFF-927D-308A-72218FFFD2F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C9FEC682-81F2-414E-9381-B6197913D743}" type="slidenum">
              <a:rPr lang="en-US" altLang="en-US" sz="1200">
                <a:solidFill>
                  <a:srgbClr val="898989"/>
                </a:solidFill>
              </a:rPr>
              <a:pPr>
                <a:lnSpc>
                  <a:spcPct val="100000"/>
                </a:lnSpc>
                <a:spcBef>
                  <a:spcPct val="0"/>
                </a:spcBef>
                <a:buFontTx/>
                <a:buNone/>
              </a:pPr>
              <a:t>22</a:t>
            </a:fld>
            <a:endParaRPr lang="en-US" altLang="en-US" sz="1200">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208CA0CB-D0E9-3672-1EF9-07BD324DB70C}"/>
              </a:ext>
            </a:extLst>
          </p:cNvPr>
          <p:cNvSpPr txBox="1">
            <a:spLocks noChangeArrowheads="1"/>
          </p:cNvSpPr>
          <p:nvPr/>
        </p:nvSpPr>
        <p:spPr bwMode="auto">
          <a:xfrm>
            <a:off x="1625600" y="2590800"/>
            <a:ext cx="873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latin typeface="Times New Roman" panose="02020603050405020304" pitchFamily="18" charset="0"/>
                <a:cs typeface="Times New Roman" panose="02020603050405020304" pitchFamily="18" charset="0"/>
              </a:rPr>
              <a:t>THANK YOU</a:t>
            </a:r>
          </a:p>
        </p:txBody>
      </p:sp>
      <p:sp>
        <p:nvSpPr>
          <p:cNvPr id="20483" name="Footer Placeholder 3">
            <a:extLst>
              <a:ext uri="{FF2B5EF4-FFF2-40B4-BE49-F238E27FC236}">
                <a16:creationId xmlns:a16="http://schemas.microsoft.com/office/drawing/2014/main" id="{4A888B70-DD52-B650-4438-B25FE7F68C15}"/>
              </a:ext>
            </a:extLst>
          </p:cNvPr>
          <p:cNvSpPr>
            <a:spLocks noGrp="1"/>
          </p:cNvSpPr>
          <p:nvPr>
            <p:ph type="ftr" sz="quarter" idx="11"/>
          </p:nvPr>
        </p:nvSpPr>
        <p:spPr bwMode="auto">
          <a:xfrm>
            <a:off x="1625600" y="6356350"/>
            <a:ext cx="94837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None/>
            </a:pPr>
            <a:r>
              <a:rPr lang="en-US" altLang="en-US" sz="1200" dirty="0">
                <a:solidFill>
                  <a:srgbClr val="898989"/>
                </a:solidFill>
                <a:latin typeface="Times New Roman"/>
                <a:cs typeface="Times New Roman"/>
              </a:rPr>
              <a:t>Batch No: 13  &amp; Project Title: </a:t>
            </a:r>
            <a:r>
              <a:rPr lang="en-US" altLang="en-US" sz="1200" dirty="0" err="1">
                <a:solidFill>
                  <a:srgbClr val="898989"/>
                </a:solidFill>
                <a:latin typeface="Times New Roman"/>
                <a:cs typeface="Times New Roman"/>
              </a:rPr>
              <a:t>RailGuard</a:t>
            </a:r>
            <a:endParaRPr lang="en-US" altLang="en-US" sz="1200" dirty="0">
              <a:solidFill>
                <a:srgbClr val="898989"/>
              </a:solidFill>
              <a:latin typeface="Times New Roman"/>
              <a:cs typeface="Times New Roman"/>
            </a:endParaRPr>
          </a:p>
          <a:p>
            <a:pPr fontAlgn="base">
              <a:lnSpc>
                <a:spcPct val="100000"/>
              </a:lnSpc>
              <a:spcBef>
                <a:spcPct val="0"/>
              </a:spcBef>
              <a:spcAft>
                <a:spcPct val="0"/>
              </a:spcAft>
              <a:buFontTx/>
              <a:buNone/>
            </a:pPr>
            <a:endParaRPr lang="en-US" altLang="en-US" sz="1200" dirty="0">
              <a:solidFill>
                <a:srgbClr val="898989"/>
              </a:solidFill>
              <a:latin typeface="Times New Roman" panose="02020603050405020304" pitchFamily="18" charset="0"/>
              <a:cs typeface="Times New Roman" panose="02020603050405020304" pitchFamily="18" charset="0"/>
            </a:endParaRPr>
          </a:p>
        </p:txBody>
      </p:sp>
      <p:sp>
        <p:nvSpPr>
          <p:cNvPr id="20484" name="Slide Number Placeholder 4">
            <a:extLst>
              <a:ext uri="{FF2B5EF4-FFF2-40B4-BE49-F238E27FC236}">
                <a16:creationId xmlns:a16="http://schemas.microsoft.com/office/drawing/2014/main" id="{CD48FA77-812A-76CB-5D07-D9084D9801A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2EFEBB5C-F92E-431C-B5D7-5254F6EAD798}" type="slidenum">
              <a:rPr lang="en-US" altLang="en-US" sz="1200">
                <a:solidFill>
                  <a:srgbClr val="898989"/>
                </a:solidFill>
              </a:rPr>
              <a:pPr>
                <a:lnSpc>
                  <a:spcPct val="100000"/>
                </a:lnSpc>
                <a:spcBef>
                  <a:spcPct val="0"/>
                </a:spcBef>
                <a:buFontTx/>
                <a:buNone/>
              </a:pPr>
              <a:t>23</a:t>
            </a:fld>
            <a:endParaRPr lang="en-US" altLang="en-US" sz="1200" dirty="0">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1179</TotalTime>
  <Words>2662</Words>
  <Application>Microsoft Office PowerPoint</Application>
  <PresentationFormat>Widescreen</PresentationFormat>
  <Paragraphs>292</Paragraphs>
  <Slides>23</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23</vt:i4>
      </vt:variant>
    </vt:vector>
  </HeadingPairs>
  <TitlesOfParts>
    <vt:vector size="29" baseType="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J.JAYALAKSHMI</dc:creator>
  <cp:lastModifiedBy>Mr.GIRESH BRANAV.S.S</cp:lastModifiedBy>
  <cp:revision>469</cp:revision>
  <dcterms:created xsi:type="dcterms:W3CDTF">2019-07-07T10:40:00Z</dcterms:created>
  <dcterms:modified xsi:type="dcterms:W3CDTF">2025-11-17T06:11:05Z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1033-11.2.0.8333</vt:lpwstr>
  </property>
</Properties>
</file>